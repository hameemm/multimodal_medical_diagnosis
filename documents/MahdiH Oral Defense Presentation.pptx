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674" r:id="rId5"/>
  </p:sldMasterIdLst>
  <p:notesMasterIdLst>
    <p:notesMasterId r:id="rId35"/>
  </p:notesMasterIdLst>
  <p:sldIdLst>
    <p:sldId id="350" r:id="rId6"/>
    <p:sldId id="372" r:id="rId7"/>
    <p:sldId id="278" r:id="rId8"/>
    <p:sldId id="351" r:id="rId9"/>
    <p:sldId id="352" r:id="rId10"/>
    <p:sldId id="353" r:id="rId11"/>
    <p:sldId id="373" r:id="rId12"/>
    <p:sldId id="354" r:id="rId13"/>
    <p:sldId id="355" r:id="rId14"/>
    <p:sldId id="356" r:id="rId15"/>
    <p:sldId id="357" r:id="rId16"/>
    <p:sldId id="358" r:id="rId17"/>
    <p:sldId id="374" r:id="rId18"/>
    <p:sldId id="375" r:id="rId19"/>
    <p:sldId id="376" r:id="rId20"/>
    <p:sldId id="377" r:id="rId21"/>
    <p:sldId id="381" r:id="rId22"/>
    <p:sldId id="378" r:id="rId23"/>
    <p:sldId id="383" r:id="rId24"/>
    <p:sldId id="379" r:id="rId25"/>
    <p:sldId id="385" r:id="rId26"/>
    <p:sldId id="384" r:id="rId27"/>
    <p:sldId id="369" r:id="rId28"/>
    <p:sldId id="368" r:id="rId29"/>
    <p:sldId id="360" r:id="rId30"/>
    <p:sldId id="367" r:id="rId31"/>
    <p:sldId id="366" r:id="rId32"/>
    <p:sldId id="365" r:id="rId33"/>
    <p:sldId id="364"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00" userDrawn="1">
          <p15:clr>
            <a:srgbClr val="A4A3A4"/>
          </p15:clr>
        </p15:guide>
        <p15:guide id="3" orient="horz" pos="744" userDrawn="1">
          <p15:clr>
            <a:srgbClr val="A4A3A4"/>
          </p15:clr>
        </p15:guide>
        <p15:guide id="4" pos="456" userDrawn="1">
          <p15:clr>
            <a:srgbClr val="A4A3A4"/>
          </p15:clr>
        </p15:guide>
        <p15:guide id="5" orient="horz" pos="175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FE50FFC-4B0F-30E8-1C69-8B363F0F0764}" name="Mohamed Yoosuf Mohamed Nabeel" initials="MN" userId="S::mmohamednabeel@nu.edu::57a803d9-4f6b-4a7c-974f-4da8e8a67e8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A92"/>
    <a:srgbClr val="0B253F"/>
    <a:srgbClr val="4D4D4C"/>
    <a:srgbClr val="FDA31B"/>
    <a:srgbClr val="222222"/>
    <a:srgbClr val="6B002A"/>
    <a:srgbClr val="761426"/>
    <a:srgbClr val="00A3AF"/>
    <a:srgbClr val="F05181"/>
    <a:srgbClr val="06A3A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C90791-765B-9D92-24AC-608BF850C6F1}" v="15" dt="2025-02-17T16:36:21.8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21"/>
    <p:restoredTop sz="28636" autoAdjust="0"/>
  </p:normalViewPr>
  <p:slideViewPr>
    <p:cSldViewPr snapToGrid="0" snapToObjects="1">
      <p:cViewPr varScale="1">
        <p:scale>
          <a:sx n="30" d="100"/>
          <a:sy n="30" d="100"/>
        </p:scale>
        <p:origin x="1290" y="60"/>
      </p:cViewPr>
      <p:guideLst>
        <p:guide orient="horz" pos="600"/>
        <p:guide orient="horz" pos="744"/>
        <p:guide pos="456"/>
        <p:guide orient="horz" pos="1752"/>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79AB74-3AA3-44D0-A5E3-EE6277DE523A}"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57B0CF3F-2468-4C10-9C07-D6E24C7BC48E}">
      <dgm:prSet/>
      <dgm:spPr/>
      <dgm:t>
        <a:bodyPr/>
        <a:lstStyle/>
        <a:p>
          <a:r>
            <a:rPr lang="en-US" dirty="0"/>
            <a:t>Healthcare settings face challenges in investigating textual and auditory data</a:t>
          </a:r>
        </a:p>
      </dgm:t>
    </dgm:pt>
    <dgm:pt modelId="{81A1DCC3-4F5F-447A-BBB9-AE43A51838D0}" type="parTrans" cxnId="{9647A610-D3DA-4D45-8F30-E26FD4A30EDD}">
      <dgm:prSet/>
      <dgm:spPr/>
      <dgm:t>
        <a:bodyPr/>
        <a:lstStyle/>
        <a:p>
          <a:endParaRPr lang="en-US"/>
        </a:p>
      </dgm:t>
    </dgm:pt>
    <dgm:pt modelId="{D5FC7D50-7D1F-4565-92E6-4766DFB732C6}" type="sibTrans" cxnId="{9647A610-D3DA-4D45-8F30-E26FD4A30EDD}">
      <dgm:prSet/>
      <dgm:spPr/>
      <dgm:t>
        <a:bodyPr/>
        <a:lstStyle/>
        <a:p>
          <a:endParaRPr lang="en-US"/>
        </a:p>
      </dgm:t>
    </dgm:pt>
    <dgm:pt modelId="{EEC9594F-62A1-4EC0-A90B-0DA96EED5E75}">
      <dgm:prSet/>
      <dgm:spPr/>
      <dgm:t>
        <a:bodyPr/>
        <a:lstStyle/>
        <a:p>
          <a:r>
            <a:rPr lang="en-US" dirty="0"/>
            <a:t>Current diagnosis systems rely heavily on human interpretation</a:t>
          </a:r>
        </a:p>
      </dgm:t>
    </dgm:pt>
    <dgm:pt modelId="{59743064-B3BE-4689-A09F-B6F3934D1592}" type="parTrans" cxnId="{26787122-D05E-46B3-90EA-F714EC51C480}">
      <dgm:prSet/>
      <dgm:spPr/>
      <dgm:t>
        <a:bodyPr/>
        <a:lstStyle/>
        <a:p>
          <a:endParaRPr lang="en-US"/>
        </a:p>
      </dgm:t>
    </dgm:pt>
    <dgm:pt modelId="{D41FE385-328F-48CE-A194-4816341D5E62}" type="sibTrans" cxnId="{26787122-D05E-46B3-90EA-F714EC51C480}">
      <dgm:prSet/>
      <dgm:spPr/>
      <dgm:t>
        <a:bodyPr/>
        <a:lstStyle/>
        <a:p>
          <a:endParaRPr lang="en-US"/>
        </a:p>
      </dgm:t>
    </dgm:pt>
    <dgm:pt modelId="{ACB152F5-A915-43B2-9907-F21B40A68794}">
      <dgm:prSet/>
      <dgm:spPr/>
      <dgm:t>
        <a:bodyPr/>
        <a:lstStyle/>
        <a:p>
          <a:r>
            <a:rPr lang="en-US" dirty="0"/>
            <a:t>Paper-based procedures dominate data capture systems</a:t>
          </a:r>
        </a:p>
      </dgm:t>
    </dgm:pt>
    <dgm:pt modelId="{3EF72641-775B-437E-8530-20CB2CE386B2}" type="parTrans" cxnId="{2F1BAAFA-A6D7-499F-87B4-9C6A7C6AED23}">
      <dgm:prSet/>
      <dgm:spPr/>
      <dgm:t>
        <a:bodyPr/>
        <a:lstStyle/>
        <a:p>
          <a:endParaRPr lang="en-US"/>
        </a:p>
      </dgm:t>
    </dgm:pt>
    <dgm:pt modelId="{33900D1B-9BB5-4682-86D3-E1451AB74237}" type="sibTrans" cxnId="{2F1BAAFA-A6D7-499F-87B4-9C6A7C6AED23}">
      <dgm:prSet/>
      <dgm:spPr/>
      <dgm:t>
        <a:bodyPr/>
        <a:lstStyle/>
        <a:p>
          <a:endParaRPr lang="en-US"/>
        </a:p>
      </dgm:t>
    </dgm:pt>
    <dgm:pt modelId="{090367A0-D700-4868-BDE5-09ACA55E7026}">
      <dgm:prSet/>
      <dgm:spPr/>
      <dgm:t>
        <a:bodyPr/>
        <a:lstStyle/>
        <a:p>
          <a:r>
            <a:rPr lang="en-US" dirty="0"/>
            <a:t>Technology advancement offers potential solutions through NLP and DL</a:t>
          </a:r>
        </a:p>
      </dgm:t>
    </dgm:pt>
    <dgm:pt modelId="{30E6B5DF-B837-43EA-A418-DE89B2B22700}" type="parTrans" cxnId="{002EE582-6C28-48E7-803A-CC2CBD473785}">
      <dgm:prSet/>
      <dgm:spPr/>
      <dgm:t>
        <a:bodyPr/>
        <a:lstStyle/>
        <a:p>
          <a:endParaRPr lang="en-US"/>
        </a:p>
      </dgm:t>
    </dgm:pt>
    <dgm:pt modelId="{9E2EA273-9D75-449A-8CA2-745A8F18E59D}" type="sibTrans" cxnId="{002EE582-6C28-48E7-803A-CC2CBD473785}">
      <dgm:prSet/>
      <dgm:spPr/>
      <dgm:t>
        <a:bodyPr/>
        <a:lstStyle/>
        <a:p>
          <a:endParaRPr lang="en-US"/>
        </a:p>
      </dgm:t>
    </dgm:pt>
    <dgm:pt modelId="{103AB27F-0EA9-4D91-9FBB-972EAEB726E8}">
      <dgm:prSet/>
      <dgm:spPr/>
      <dgm:t>
        <a:bodyPr/>
        <a:lstStyle/>
        <a:p>
          <a:r>
            <a:rPr lang="en-US" dirty="0"/>
            <a:t>Data abundance in healthcare provides opportunity for improved diagnostics</a:t>
          </a:r>
        </a:p>
      </dgm:t>
    </dgm:pt>
    <dgm:pt modelId="{E81574F8-79E3-4239-A0C7-01C5DA146509}" type="parTrans" cxnId="{CD6F34C3-A61C-4BE0-A9E2-6592C511B08B}">
      <dgm:prSet/>
      <dgm:spPr/>
      <dgm:t>
        <a:bodyPr/>
        <a:lstStyle/>
        <a:p>
          <a:endParaRPr lang="en-US"/>
        </a:p>
      </dgm:t>
    </dgm:pt>
    <dgm:pt modelId="{0476755D-C8A1-4A32-B2EE-6EF1FC13D0EE}" type="sibTrans" cxnId="{CD6F34C3-A61C-4BE0-A9E2-6592C511B08B}">
      <dgm:prSet/>
      <dgm:spPr/>
      <dgm:t>
        <a:bodyPr/>
        <a:lstStyle/>
        <a:p>
          <a:endParaRPr lang="en-US"/>
        </a:p>
      </dgm:t>
    </dgm:pt>
    <dgm:pt modelId="{1460CC0C-458F-48FF-B811-6D19B997A45F}" type="pres">
      <dgm:prSet presAssocID="{A579AB74-3AA3-44D0-A5E3-EE6277DE523A}" presName="outerComposite" presStyleCnt="0">
        <dgm:presLayoutVars>
          <dgm:chMax val="5"/>
          <dgm:dir/>
          <dgm:resizeHandles val="exact"/>
        </dgm:presLayoutVars>
      </dgm:prSet>
      <dgm:spPr/>
    </dgm:pt>
    <dgm:pt modelId="{F3CE5E7E-F47D-4F3A-87C8-DBDDDE447C3B}" type="pres">
      <dgm:prSet presAssocID="{A579AB74-3AA3-44D0-A5E3-EE6277DE523A}" presName="dummyMaxCanvas" presStyleCnt="0">
        <dgm:presLayoutVars/>
      </dgm:prSet>
      <dgm:spPr/>
    </dgm:pt>
    <dgm:pt modelId="{4F62E381-DE6A-4FDA-92BA-456F132E3B35}" type="pres">
      <dgm:prSet presAssocID="{A579AB74-3AA3-44D0-A5E3-EE6277DE523A}" presName="FiveNodes_1" presStyleLbl="node1" presStyleIdx="0" presStyleCnt="5" custScaleX="122819" custScaleY="107505" custLinFactNeighborX="14287" custLinFactNeighborY="3752">
        <dgm:presLayoutVars>
          <dgm:bulletEnabled val="1"/>
        </dgm:presLayoutVars>
      </dgm:prSet>
      <dgm:spPr/>
    </dgm:pt>
    <dgm:pt modelId="{EE24AB89-61C9-4956-A941-89B52B8047EA}" type="pres">
      <dgm:prSet presAssocID="{A579AB74-3AA3-44D0-A5E3-EE6277DE523A}" presName="FiveNodes_2" presStyleLbl="node1" presStyleIdx="1" presStyleCnt="5" custScaleX="122819" custScaleY="107505" custLinFactNeighborX="6917" custLinFactNeighborY="1763">
        <dgm:presLayoutVars>
          <dgm:bulletEnabled val="1"/>
        </dgm:presLayoutVars>
      </dgm:prSet>
      <dgm:spPr/>
    </dgm:pt>
    <dgm:pt modelId="{7D86DBBE-CC63-4B4E-B1F3-8930B6238E15}" type="pres">
      <dgm:prSet presAssocID="{A579AB74-3AA3-44D0-A5E3-EE6277DE523A}" presName="FiveNodes_3" presStyleLbl="node1" presStyleIdx="2" presStyleCnt="5" custScaleX="122819" custScaleY="107505" custLinFactNeighborX="-1027" custLinFactNeighborY="1727">
        <dgm:presLayoutVars>
          <dgm:bulletEnabled val="1"/>
        </dgm:presLayoutVars>
      </dgm:prSet>
      <dgm:spPr/>
    </dgm:pt>
    <dgm:pt modelId="{61D7B0A5-529D-498E-9E62-5B61EEF1C9FF}" type="pres">
      <dgm:prSet presAssocID="{A579AB74-3AA3-44D0-A5E3-EE6277DE523A}" presName="FiveNodes_4" presStyleLbl="node1" presStyleIdx="3" presStyleCnt="5" custScaleX="122819" custScaleY="107505" custLinFactNeighborX="-8702" custLinFactNeighborY="1449">
        <dgm:presLayoutVars>
          <dgm:bulletEnabled val="1"/>
        </dgm:presLayoutVars>
      </dgm:prSet>
      <dgm:spPr/>
    </dgm:pt>
    <dgm:pt modelId="{413E338B-D0E7-4153-A13F-41DC25C0AF48}" type="pres">
      <dgm:prSet presAssocID="{A579AB74-3AA3-44D0-A5E3-EE6277DE523A}" presName="FiveNodes_5" presStyleLbl="node1" presStyleIdx="4" presStyleCnt="5" custScaleX="122819" custScaleY="107505" custLinFactNeighborX="-16300" custLinFactNeighborY="26436">
        <dgm:presLayoutVars>
          <dgm:bulletEnabled val="1"/>
        </dgm:presLayoutVars>
      </dgm:prSet>
      <dgm:spPr/>
    </dgm:pt>
    <dgm:pt modelId="{2387A354-4E9E-46F2-9FE4-B78AAEBEB6C4}" type="pres">
      <dgm:prSet presAssocID="{A579AB74-3AA3-44D0-A5E3-EE6277DE523A}" presName="FiveConn_1-2" presStyleLbl="fgAccFollowNode1" presStyleIdx="0" presStyleCnt="4">
        <dgm:presLayoutVars>
          <dgm:bulletEnabled val="1"/>
        </dgm:presLayoutVars>
      </dgm:prSet>
      <dgm:spPr/>
    </dgm:pt>
    <dgm:pt modelId="{8E2B05C2-DC4E-47F2-BB6C-13403D212B40}" type="pres">
      <dgm:prSet presAssocID="{A579AB74-3AA3-44D0-A5E3-EE6277DE523A}" presName="FiveConn_2-3" presStyleLbl="fgAccFollowNode1" presStyleIdx="1" presStyleCnt="4">
        <dgm:presLayoutVars>
          <dgm:bulletEnabled val="1"/>
        </dgm:presLayoutVars>
      </dgm:prSet>
      <dgm:spPr/>
    </dgm:pt>
    <dgm:pt modelId="{96BFD73F-E012-4029-A76D-F8EACFD1461F}" type="pres">
      <dgm:prSet presAssocID="{A579AB74-3AA3-44D0-A5E3-EE6277DE523A}" presName="FiveConn_3-4" presStyleLbl="fgAccFollowNode1" presStyleIdx="2" presStyleCnt="4">
        <dgm:presLayoutVars>
          <dgm:bulletEnabled val="1"/>
        </dgm:presLayoutVars>
      </dgm:prSet>
      <dgm:spPr/>
    </dgm:pt>
    <dgm:pt modelId="{2F115FE6-8DED-451C-9A9F-EF16288F03D9}" type="pres">
      <dgm:prSet presAssocID="{A579AB74-3AA3-44D0-A5E3-EE6277DE523A}" presName="FiveConn_4-5" presStyleLbl="fgAccFollowNode1" presStyleIdx="3" presStyleCnt="4">
        <dgm:presLayoutVars>
          <dgm:bulletEnabled val="1"/>
        </dgm:presLayoutVars>
      </dgm:prSet>
      <dgm:spPr/>
    </dgm:pt>
    <dgm:pt modelId="{781554FE-778D-4035-8D24-4D47EDA9360B}" type="pres">
      <dgm:prSet presAssocID="{A579AB74-3AA3-44D0-A5E3-EE6277DE523A}" presName="FiveNodes_1_text" presStyleLbl="node1" presStyleIdx="4" presStyleCnt="5">
        <dgm:presLayoutVars>
          <dgm:bulletEnabled val="1"/>
        </dgm:presLayoutVars>
      </dgm:prSet>
      <dgm:spPr/>
    </dgm:pt>
    <dgm:pt modelId="{C4F901C6-2F5E-4EFC-A74C-0AFF48414E50}" type="pres">
      <dgm:prSet presAssocID="{A579AB74-3AA3-44D0-A5E3-EE6277DE523A}" presName="FiveNodes_2_text" presStyleLbl="node1" presStyleIdx="4" presStyleCnt="5">
        <dgm:presLayoutVars>
          <dgm:bulletEnabled val="1"/>
        </dgm:presLayoutVars>
      </dgm:prSet>
      <dgm:spPr/>
    </dgm:pt>
    <dgm:pt modelId="{EFA57E4F-1666-4E80-91D1-D5EF26B052D7}" type="pres">
      <dgm:prSet presAssocID="{A579AB74-3AA3-44D0-A5E3-EE6277DE523A}" presName="FiveNodes_3_text" presStyleLbl="node1" presStyleIdx="4" presStyleCnt="5">
        <dgm:presLayoutVars>
          <dgm:bulletEnabled val="1"/>
        </dgm:presLayoutVars>
      </dgm:prSet>
      <dgm:spPr/>
    </dgm:pt>
    <dgm:pt modelId="{CA0C099B-D753-42D2-A19F-AE270518EF29}" type="pres">
      <dgm:prSet presAssocID="{A579AB74-3AA3-44D0-A5E3-EE6277DE523A}" presName="FiveNodes_4_text" presStyleLbl="node1" presStyleIdx="4" presStyleCnt="5">
        <dgm:presLayoutVars>
          <dgm:bulletEnabled val="1"/>
        </dgm:presLayoutVars>
      </dgm:prSet>
      <dgm:spPr/>
    </dgm:pt>
    <dgm:pt modelId="{D95F12FC-E0D7-4735-A67A-C49E64DA86D5}" type="pres">
      <dgm:prSet presAssocID="{A579AB74-3AA3-44D0-A5E3-EE6277DE523A}" presName="FiveNodes_5_text" presStyleLbl="node1" presStyleIdx="4" presStyleCnt="5">
        <dgm:presLayoutVars>
          <dgm:bulletEnabled val="1"/>
        </dgm:presLayoutVars>
      </dgm:prSet>
      <dgm:spPr/>
    </dgm:pt>
  </dgm:ptLst>
  <dgm:cxnLst>
    <dgm:cxn modelId="{CB978208-23B9-46A5-A0A2-388B8791DA38}" type="presOf" srcId="{EEC9594F-62A1-4EC0-A90B-0DA96EED5E75}" destId="{EE24AB89-61C9-4956-A941-89B52B8047EA}" srcOrd="0" destOrd="0" presId="urn:microsoft.com/office/officeart/2005/8/layout/vProcess5"/>
    <dgm:cxn modelId="{B27D3A0D-7851-41B2-B8D3-2AF1DD79A8E7}" type="presOf" srcId="{33900D1B-9BB5-4682-86D3-E1451AB74237}" destId="{96BFD73F-E012-4029-A76D-F8EACFD1461F}" srcOrd="0" destOrd="0" presId="urn:microsoft.com/office/officeart/2005/8/layout/vProcess5"/>
    <dgm:cxn modelId="{E65F8B0F-2D8E-46A8-B8F8-4A1EFBBE8522}" type="presOf" srcId="{090367A0-D700-4868-BDE5-09ACA55E7026}" destId="{61D7B0A5-529D-498E-9E62-5B61EEF1C9FF}" srcOrd="0" destOrd="0" presId="urn:microsoft.com/office/officeart/2005/8/layout/vProcess5"/>
    <dgm:cxn modelId="{EF39B20F-39F2-4686-9505-96A2FB377776}" type="presOf" srcId="{090367A0-D700-4868-BDE5-09ACA55E7026}" destId="{CA0C099B-D753-42D2-A19F-AE270518EF29}" srcOrd="1" destOrd="0" presId="urn:microsoft.com/office/officeart/2005/8/layout/vProcess5"/>
    <dgm:cxn modelId="{9647A610-D3DA-4D45-8F30-E26FD4A30EDD}" srcId="{A579AB74-3AA3-44D0-A5E3-EE6277DE523A}" destId="{57B0CF3F-2468-4C10-9C07-D6E24C7BC48E}" srcOrd="0" destOrd="0" parTransId="{81A1DCC3-4F5F-447A-BBB9-AE43A51838D0}" sibTransId="{D5FC7D50-7D1F-4565-92E6-4766DFB732C6}"/>
    <dgm:cxn modelId="{BF7BD813-E7A0-449F-9474-2E5F7CBCDD40}" type="presOf" srcId="{ACB152F5-A915-43B2-9907-F21B40A68794}" destId="{EFA57E4F-1666-4E80-91D1-D5EF26B052D7}" srcOrd="1" destOrd="0" presId="urn:microsoft.com/office/officeart/2005/8/layout/vProcess5"/>
    <dgm:cxn modelId="{26787122-D05E-46B3-90EA-F714EC51C480}" srcId="{A579AB74-3AA3-44D0-A5E3-EE6277DE523A}" destId="{EEC9594F-62A1-4EC0-A90B-0DA96EED5E75}" srcOrd="1" destOrd="0" parTransId="{59743064-B3BE-4689-A09F-B6F3934D1592}" sibTransId="{D41FE385-328F-48CE-A194-4816341D5E62}"/>
    <dgm:cxn modelId="{C50ACB2F-1740-468F-8E90-BF903DC6ACFA}" type="presOf" srcId="{D5FC7D50-7D1F-4565-92E6-4766DFB732C6}" destId="{2387A354-4E9E-46F2-9FE4-B78AAEBEB6C4}" srcOrd="0" destOrd="0" presId="urn:microsoft.com/office/officeart/2005/8/layout/vProcess5"/>
    <dgm:cxn modelId="{1C756236-85A5-4F88-AB3A-66281BFD63D0}" type="presOf" srcId="{103AB27F-0EA9-4D91-9FBB-972EAEB726E8}" destId="{413E338B-D0E7-4153-A13F-41DC25C0AF48}" srcOrd="0" destOrd="0" presId="urn:microsoft.com/office/officeart/2005/8/layout/vProcess5"/>
    <dgm:cxn modelId="{3B044961-CC78-4899-A74E-A5EC5E242C11}" type="presOf" srcId="{D41FE385-328F-48CE-A194-4816341D5E62}" destId="{8E2B05C2-DC4E-47F2-BB6C-13403D212B40}" srcOrd="0" destOrd="0" presId="urn:microsoft.com/office/officeart/2005/8/layout/vProcess5"/>
    <dgm:cxn modelId="{26AA3747-6F84-4C88-8A13-7442AAE4501F}" type="presOf" srcId="{ACB152F5-A915-43B2-9907-F21B40A68794}" destId="{7D86DBBE-CC63-4B4E-B1F3-8930B6238E15}" srcOrd="0" destOrd="0" presId="urn:microsoft.com/office/officeart/2005/8/layout/vProcess5"/>
    <dgm:cxn modelId="{7767BB4C-8947-440D-94F4-9782B465FBD2}" type="presOf" srcId="{9E2EA273-9D75-449A-8CA2-745A8F18E59D}" destId="{2F115FE6-8DED-451C-9A9F-EF16288F03D9}" srcOrd="0" destOrd="0" presId="urn:microsoft.com/office/officeart/2005/8/layout/vProcess5"/>
    <dgm:cxn modelId="{FB9C375A-701F-47C4-8BDA-9D29419D2C64}" type="presOf" srcId="{EEC9594F-62A1-4EC0-A90B-0DA96EED5E75}" destId="{C4F901C6-2F5E-4EFC-A74C-0AFF48414E50}" srcOrd="1" destOrd="0" presId="urn:microsoft.com/office/officeart/2005/8/layout/vProcess5"/>
    <dgm:cxn modelId="{002EE582-6C28-48E7-803A-CC2CBD473785}" srcId="{A579AB74-3AA3-44D0-A5E3-EE6277DE523A}" destId="{090367A0-D700-4868-BDE5-09ACA55E7026}" srcOrd="3" destOrd="0" parTransId="{30E6B5DF-B837-43EA-A418-DE89B2B22700}" sibTransId="{9E2EA273-9D75-449A-8CA2-745A8F18E59D}"/>
    <dgm:cxn modelId="{1BF8BB89-C7A5-4818-A551-5FF99AE94DF7}" type="presOf" srcId="{57B0CF3F-2468-4C10-9C07-D6E24C7BC48E}" destId="{781554FE-778D-4035-8D24-4D47EDA9360B}" srcOrd="1" destOrd="0" presId="urn:microsoft.com/office/officeart/2005/8/layout/vProcess5"/>
    <dgm:cxn modelId="{F2CEE18C-B1C1-40B5-BC25-B885B8516AC0}" type="presOf" srcId="{57B0CF3F-2468-4C10-9C07-D6E24C7BC48E}" destId="{4F62E381-DE6A-4FDA-92BA-456F132E3B35}" srcOrd="0" destOrd="0" presId="urn:microsoft.com/office/officeart/2005/8/layout/vProcess5"/>
    <dgm:cxn modelId="{CD6F34C3-A61C-4BE0-A9E2-6592C511B08B}" srcId="{A579AB74-3AA3-44D0-A5E3-EE6277DE523A}" destId="{103AB27F-0EA9-4D91-9FBB-972EAEB726E8}" srcOrd="4" destOrd="0" parTransId="{E81574F8-79E3-4239-A0C7-01C5DA146509}" sibTransId="{0476755D-C8A1-4A32-B2EE-6EF1FC13D0EE}"/>
    <dgm:cxn modelId="{4E3435E9-CA0E-45DA-A09F-C44F08BBFB39}" type="presOf" srcId="{A579AB74-3AA3-44D0-A5E3-EE6277DE523A}" destId="{1460CC0C-458F-48FF-B811-6D19B997A45F}" srcOrd="0" destOrd="0" presId="urn:microsoft.com/office/officeart/2005/8/layout/vProcess5"/>
    <dgm:cxn modelId="{E10FFFEE-52B9-49BD-8BC0-67ED054CD559}" type="presOf" srcId="{103AB27F-0EA9-4D91-9FBB-972EAEB726E8}" destId="{D95F12FC-E0D7-4735-A67A-C49E64DA86D5}" srcOrd="1" destOrd="0" presId="urn:microsoft.com/office/officeart/2005/8/layout/vProcess5"/>
    <dgm:cxn modelId="{2F1BAAFA-A6D7-499F-87B4-9C6A7C6AED23}" srcId="{A579AB74-3AA3-44D0-A5E3-EE6277DE523A}" destId="{ACB152F5-A915-43B2-9907-F21B40A68794}" srcOrd="2" destOrd="0" parTransId="{3EF72641-775B-437E-8530-20CB2CE386B2}" sibTransId="{33900D1B-9BB5-4682-86D3-E1451AB74237}"/>
    <dgm:cxn modelId="{08B778EE-5FB6-44F7-A6BB-4BEA9B675716}" type="presParOf" srcId="{1460CC0C-458F-48FF-B811-6D19B997A45F}" destId="{F3CE5E7E-F47D-4F3A-87C8-DBDDDE447C3B}" srcOrd="0" destOrd="0" presId="urn:microsoft.com/office/officeart/2005/8/layout/vProcess5"/>
    <dgm:cxn modelId="{FBB950D7-7981-4905-AF25-B5964F7C79D4}" type="presParOf" srcId="{1460CC0C-458F-48FF-B811-6D19B997A45F}" destId="{4F62E381-DE6A-4FDA-92BA-456F132E3B35}" srcOrd="1" destOrd="0" presId="urn:microsoft.com/office/officeart/2005/8/layout/vProcess5"/>
    <dgm:cxn modelId="{290CFA76-7C02-4459-9515-A7F53A2A3290}" type="presParOf" srcId="{1460CC0C-458F-48FF-B811-6D19B997A45F}" destId="{EE24AB89-61C9-4956-A941-89B52B8047EA}" srcOrd="2" destOrd="0" presId="urn:microsoft.com/office/officeart/2005/8/layout/vProcess5"/>
    <dgm:cxn modelId="{E4866B2E-6051-42BD-8494-5F24638A1C35}" type="presParOf" srcId="{1460CC0C-458F-48FF-B811-6D19B997A45F}" destId="{7D86DBBE-CC63-4B4E-B1F3-8930B6238E15}" srcOrd="3" destOrd="0" presId="urn:microsoft.com/office/officeart/2005/8/layout/vProcess5"/>
    <dgm:cxn modelId="{A647A62D-5089-4E30-A66A-3C97D8BC65B9}" type="presParOf" srcId="{1460CC0C-458F-48FF-B811-6D19B997A45F}" destId="{61D7B0A5-529D-498E-9E62-5B61EEF1C9FF}" srcOrd="4" destOrd="0" presId="urn:microsoft.com/office/officeart/2005/8/layout/vProcess5"/>
    <dgm:cxn modelId="{BB50F035-C838-484D-8829-84CAABF2230C}" type="presParOf" srcId="{1460CC0C-458F-48FF-B811-6D19B997A45F}" destId="{413E338B-D0E7-4153-A13F-41DC25C0AF48}" srcOrd="5" destOrd="0" presId="urn:microsoft.com/office/officeart/2005/8/layout/vProcess5"/>
    <dgm:cxn modelId="{7C02E183-F449-46A6-A95E-E3050261D188}" type="presParOf" srcId="{1460CC0C-458F-48FF-B811-6D19B997A45F}" destId="{2387A354-4E9E-46F2-9FE4-B78AAEBEB6C4}" srcOrd="6" destOrd="0" presId="urn:microsoft.com/office/officeart/2005/8/layout/vProcess5"/>
    <dgm:cxn modelId="{44481DA2-3BC9-4701-8A6B-6C42AF8BEB91}" type="presParOf" srcId="{1460CC0C-458F-48FF-B811-6D19B997A45F}" destId="{8E2B05C2-DC4E-47F2-BB6C-13403D212B40}" srcOrd="7" destOrd="0" presId="urn:microsoft.com/office/officeart/2005/8/layout/vProcess5"/>
    <dgm:cxn modelId="{6CEE9205-D5D9-4B68-98C7-CD94CE4183FE}" type="presParOf" srcId="{1460CC0C-458F-48FF-B811-6D19B997A45F}" destId="{96BFD73F-E012-4029-A76D-F8EACFD1461F}" srcOrd="8" destOrd="0" presId="urn:microsoft.com/office/officeart/2005/8/layout/vProcess5"/>
    <dgm:cxn modelId="{139E631F-74FE-4483-B170-D5DB1D5B8E8A}" type="presParOf" srcId="{1460CC0C-458F-48FF-B811-6D19B997A45F}" destId="{2F115FE6-8DED-451C-9A9F-EF16288F03D9}" srcOrd="9" destOrd="0" presId="urn:microsoft.com/office/officeart/2005/8/layout/vProcess5"/>
    <dgm:cxn modelId="{4620D2F2-42DF-4706-B3EF-B23EAD1CF459}" type="presParOf" srcId="{1460CC0C-458F-48FF-B811-6D19B997A45F}" destId="{781554FE-778D-4035-8D24-4D47EDA9360B}" srcOrd="10" destOrd="0" presId="urn:microsoft.com/office/officeart/2005/8/layout/vProcess5"/>
    <dgm:cxn modelId="{34D85CF0-2C18-4C0B-A5FE-22961AA88B5F}" type="presParOf" srcId="{1460CC0C-458F-48FF-B811-6D19B997A45F}" destId="{C4F901C6-2F5E-4EFC-A74C-0AFF48414E50}" srcOrd="11" destOrd="0" presId="urn:microsoft.com/office/officeart/2005/8/layout/vProcess5"/>
    <dgm:cxn modelId="{7470E2BF-4715-4594-8CF3-B1C84836CB0C}" type="presParOf" srcId="{1460CC0C-458F-48FF-B811-6D19B997A45F}" destId="{EFA57E4F-1666-4E80-91D1-D5EF26B052D7}" srcOrd="12" destOrd="0" presId="urn:microsoft.com/office/officeart/2005/8/layout/vProcess5"/>
    <dgm:cxn modelId="{CD725633-FDDB-4190-AB1B-B4E5EAECF623}" type="presParOf" srcId="{1460CC0C-458F-48FF-B811-6D19B997A45F}" destId="{CA0C099B-D753-42D2-A19F-AE270518EF29}" srcOrd="13" destOrd="0" presId="urn:microsoft.com/office/officeart/2005/8/layout/vProcess5"/>
    <dgm:cxn modelId="{839032FD-45CF-480E-8E7E-A6B8AC67E416}" type="presParOf" srcId="{1460CC0C-458F-48FF-B811-6D19B997A45F}" destId="{D95F12FC-E0D7-4735-A67A-C49E64DA86D5}"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62E381-DE6A-4FDA-92BA-456F132E3B35}">
      <dsp:nvSpPr>
        <dsp:cNvPr id="0" name=""/>
        <dsp:cNvSpPr/>
      </dsp:nvSpPr>
      <dsp:spPr>
        <a:xfrm>
          <a:off x="246367" y="-4"/>
          <a:ext cx="10515575" cy="99636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Healthcare settings face challenges in investigating textual and auditory data</a:t>
          </a:r>
        </a:p>
      </dsp:txBody>
      <dsp:txXfrm>
        <a:off x="275550" y="29179"/>
        <a:ext cx="9162393" cy="938001"/>
      </dsp:txXfrm>
    </dsp:sp>
    <dsp:sp modelId="{EE24AB89-61C9-4956-A941-89B52B8047EA}">
      <dsp:nvSpPr>
        <dsp:cNvPr id="0" name=""/>
        <dsp:cNvSpPr/>
      </dsp:nvSpPr>
      <dsp:spPr>
        <a:xfrm>
          <a:off x="254717" y="1037095"/>
          <a:ext cx="10515575" cy="99636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Current diagnosis systems rely heavily on human interpretation</a:t>
          </a:r>
        </a:p>
      </dsp:txBody>
      <dsp:txXfrm>
        <a:off x="283900" y="1066278"/>
        <a:ext cx="8932060" cy="938001"/>
      </dsp:txXfrm>
    </dsp:sp>
    <dsp:sp modelId="{7D86DBBE-CC63-4B4E-B1F3-8930B6238E15}">
      <dsp:nvSpPr>
        <dsp:cNvPr id="0" name=""/>
        <dsp:cNvSpPr/>
      </dsp:nvSpPr>
      <dsp:spPr>
        <a:xfrm>
          <a:off x="213923" y="2092295"/>
          <a:ext cx="10515575" cy="99636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Paper-based procedures dominate data capture systems</a:t>
          </a:r>
        </a:p>
      </dsp:txBody>
      <dsp:txXfrm>
        <a:off x="243106" y="2121478"/>
        <a:ext cx="8932060" cy="938001"/>
      </dsp:txXfrm>
    </dsp:sp>
    <dsp:sp modelId="{61D7B0A5-529D-498E-9E62-5B61EEF1C9FF}">
      <dsp:nvSpPr>
        <dsp:cNvPr id="0" name=""/>
        <dsp:cNvSpPr/>
      </dsp:nvSpPr>
      <dsp:spPr>
        <a:xfrm>
          <a:off x="196160" y="3145253"/>
          <a:ext cx="10515575" cy="99636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Technology advancement offers potential solutions through NLP and DL</a:t>
          </a:r>
        </a:p>
      </dsp:txBody>
      <dsp:txXfrm>
        <a:off x="225343" y="3174436"/>
        <a:ext cx="8932060" cy="938001"/>
      </dsp:txXfrm>
    </dsp:sp>
    <dsp:sp modelId="{413E338B-D0E7-4153-A13F-41DC25C0AF48}">
      <dsp:nvSpPr>
        <dsp:cNvPr id="0" name=""/>
        <dsp:cNvSpPr/>
      </dsp:nvSpPr>
      <dsp:spPr>
        <a:xfrm>
          <a:off x="184989" y="4187357"/>
          <a:ext cx="10515575" cy="99636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Data abundance in healthcare provides opportunity for improved diagnostics</a:t>
          </a:r>
        </a:p>
      </dsp:txBody>
      <dsp:txXfrm>
        <a:off x="214172" y="4216540"/>
        <a:ext cx="8932060" cy="938001"/>
      </dsp:txXfrm>
    </dsp:sp>
    <dsp:sp modelId="{2387A354-4E9E-46F2-9FE4-B78AAEBEB6C4}">
      <dsp:nvSpPr>
        <dsp:cNvPr id="0" name=""/>
        <dsp:cNvSpPr/>
      </dsp:nvSpPr>
      <dsp:spPr>
        <a:xfrm>
          <a:off x="7959420" y="677086"/>
          <a:ext cx="602426" cy="602426"/>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8094966" y="677086"/>
        <a:ext cx="331334" cy="453326"/>
      </dsp:txXfrm>
    </dsp:sp>
    <dsp:sp modelId="{8E2B05C2-DC4E-47F2-BB6C-13403D212B40}">
      <dsp:nvSpPr>
        <dsp:cNvPr id="0" name=""/>
        <dsp:cNvSpPr/>
      </dsp:nvSpPr>
      <dsp:spPr>
        <a:xfrm>
          <a:off x="8598779" y="1732620"/>
          <a:ext cx="602426" cy="602426"/>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8734325" y="1732620"/>
        <a:ext cx="331334" cy="453326"/>
      </dsp:txXfrm>
    </dsp:sp>
    <dsp:sp modelId="{96BFD73F-E012-4029-A76D-F8EACFD1461F}">
      <dsp:nvSpPr>
        <dsp:cNvPr id="0" name=""/>
        <dsp:cNvSpPr/>
      </dsp:nvSpPr>
      <dsp:spPr>
        <a:xfrm>
          <a:off x="9238137" y="2772707"/>
          <a:ext cx="602426" cy="602426"/>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9373683" y="2772707"/>
        <a:ext cx="331334" cy="453326"/>
      </dsp:txXfrm>
    </dsp:sp>
    <dsp:sp modelId="{2F115FE6-8DED-451C-9A9F-EF16288F03D9}">
      <dsp:nvSpPr>
        <dsp:cNvPr id="0" name=""/>
        <dsp:cNvSpPr/>
      </dsp:nvSpPr>
      <dsp:spPr>
        <a:xfrm>
          <a:off x="9877496" y="3838539"/>
          <a:ext cx="602426" cy="602426"/>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10013042" y="3838539"/>
        <a:ext cx="331334" cy="453326"/>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CC16B3-D8EC-264D-8EF0-1321CDFD04ED}" type="datetimeFigureOut">
              <a:rPr lang="en-US" smtClean="0"/>
              <a:t>04/10/2025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3DDFAF-7DD9-8E40-9CC4-B7911C011FBD}" type="slidenum">
              <a:rPr lang="en-US" smtClean="0"/>
              <a:t>‹#›</a:t>
            </a:fld>
            <a:endParaRPr lang="en-US"/>
          </a:p>
        </p:txBody>
      </p:sp>
    </p:spTree>
    <p:extLst>
      <p:ext uri="{BB962C8B-B14F-4D97-AF65-F5344CB8AC3E}">
        <p14:creationId xmlns:p14="http://schemas.microsoft.com/office/powerpoint/2010/main" val="1674245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a:latin typeface="+mn-lt"/>
              </a:rPr>
              <a:t>Good afternoon, </a:t>
            </a:r>
            <a:r>
              <a:rPr lang="en-US" sz="1200" b="0" dirty="0">
                <a:latin typeface="+mn-lt"/>
              </a:rPr>
              <a:t>doctors.</a:t>
            </a:r>
          </a:p>
          <a:p>
            <a:endParaRPr lang="en-US" sz="1200" b="0" dirty="0">
              <a:latin typeface="+mn-lt"/>
            </a:endParaRPr>
          </a:p>
          <a:p>
            <a:r>
              <a:rPr lang="en-US" sz="1200" b="0" dirty="0">
                <a:latin typeface="+mn-lt"/>
              </a:rPr>
              <a:t>I am Hameem, a Senior Cloud Integrations Engineer at the Mayo Clinic, the world's number one hospital. I’ve been in the information technology field for over twenty years.</a:t>
            </a:r>
          </a:p>
          <a:p>
            <a:endParaRPr lang="en-US" sz="1200" b="0" dirty="0">
              <a:latin typeface="+mn-lt"/>
            </a:endParaRPr>
          </a:p>
          <a:p>
            <a:r>
              <a:rPr lang="en-US" sz="1200" b="0" dirty="0">
                <a:latin typeface="+mn-lt"/>
              </a:rPr>
              <a:t>Today, I will discuss how "Text and Audio Classification Enabled Diagnosis for Treatment Applications by Natural Language Processing (NLP) and Deep Learning (DL)“ can help doctors diagnose patients better. My presentation shows how NLP and DL can understand patient text notes and voice recordings to improve medical treatment. This technology helps doctors work more efficiently and provide better care for patients.</a:t>
            </a:r>
          </a:p>
        </p:txBody>
      </p:sp>
      <p:sp>
        <p:nvSpPr>
          <p:cNvPr id="4" name="Slide Number Placeholder 3"/>
          <p:cNvSpPr>
            <a:spLocks noGrp="1"/>
          </p:cNvSpPr>
          <p:nvPr>
            <p:ph type="sldNum" sz="quarter" idx="5"/>
          </p:nvPr>
        </p:nvSpPr>
        <p:spPr/>
        <p:txBody>
          <a:bodyPr/>
          <a:lstStyle/>
          <a:p>
            <a:fld id="{2E3DDFAF-7DD9-8E40-9CC4-B7911C011FBD}" type="slidenum">
              <a:rPr lang="en-US" smtClean="0"/>
              <a:t>1</a:t>
            </a:fld>
            <a:endParaRPr lang="en-US"/>
          </a:p>
        </p:txBody>
      </p:sp>
    </p:spTree>
    <p:extLst>
      <p:ext uri="{BB962C8B-B14F-4D97-AF65-F5344CB8AC3E}">
        <p14:creationId xmlns:p14="http://schemas.microsoft.com/office/powerpoint/2010/main" val="15583148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mj-lt"/>
              <a:buNone/>
            </a:pPr>
            <a:r>
              <a:rPr lang="en-US" b="0" i="0" dirty="0">
                <a:effectLst/>
                <a:latin typeface="+mn-lt"/>
              </a:rPr>
              <a:t>This study explores DL and NLP applications for disease classification using healthcare text and audio data to enhance medical diagnosis and treatment. (Lu et al., 2020; Heys et al., 2022) shared that the healthcare industry still largely depends on human analysis of medical records and outdated paper-based systems., (Stark et al., 2018) advise about the challenges for providers managing large data volumes. (</a:t>
            </a:r>
            <a:r>
              <a:rPr lang="en-US" b="0" i="0" dirty="0" err="1">
                <a:effectLst/>
                <a:latin typeface="+mn-lt"/>
              </a:rPr>
              <a:t>Kobritz</a:t>
            </a:r>
            <a:r>
              <a:rPr lang="en-US" b="0" i="0" dirty="0">
                <a:effectLst/>
                <a:latin typeface="+mn-lt"/>
              </a:rPr>
              <a:t> et al., 2023) research indicates that improved classification of medical data could lead to better diagnoses, reduced patient risk, (Al-</a:t>
            </a:r>
            <a:r>
              <a:rPr lang="en-US" b="0" i="0" dirty="0" err="1">
                <a:effectLst/>
                <a:latin typeface="+mn-lt"/>
              </a:rPr>
              <a:t>Garadi</a:t>
            </a:r>
            <a:r>
              <a:rPr lang="en-US" b="0" i="0" dirty="0">
                <a:effectLst/>
                <a:latin typeface="+mn-lt"/>
              </a:rPr>
              <a:t> et al., 2022) mentioned enhanced prediction of complications, and streamlined diagnoses through NLP. While Alan (1999) noted NLP's early potential was more promising than stable, </a:t>
            </a:r>
            <a:r>
              <a:rPr lang="en-US" b="0" i="0" dirty="0" err="1">
                <a:effectLst/>
                <a:latin typeface="+mn-lt"/>
              </a:rPr>
              <a:t>Fagherazzi</a:t>
            </a:r>
            <a:r>
              <a:rPr lang="en-US" b="0" i="0" dirty="0">
                <a:effectLst/>
                <a:latin typeface="+mn-lt"/>
              </a:rPr>
              <a:t> et al. (2021) emphasis on voice-based diagnosis and the rise of Electronic Health Records (EHR) demonstrate reliable progress in leveraging technology for improved healthcare outcomes.</a:t>
            </a:r>
            <a:endParaRPr lang="en-US" b="0" i="0" dirty="0">
              <a:solidFill>
                <a:srgbClr val="FAFAFA"/>
              </a:solidFill>
              <a:effectLst/>
              <a:latin typeface="+mn-lt"/>
            </a:endParaRPr>
          </a:p>
        </p:txBody>
      </p:sp>
      <p:sp>
        <p:nvSpPr>
          <p:cNvPr id="4" name="Slide Number Placeholder 3"/>
          <p:cNvSpPr>
            <a:spLocks noGrp="1"/>
          </p:cNvSpPr>
          <p:nvPr>
            <p:ph type="sldNum" sz="quarter" idx="5"/>
          </p:nvPr>
        </p:nvSpPr>
        <p:spPr/>
        <p:txBody>
          <a:bodyPr/>
          <a:lstStyle/>
          <a:p>
            <a:fld id="{2E3DDFAF-7DD9-8E40-9CC4-B7911C011FBD}" type="slidenum">
              <a:rPr lang="en-US" smtClean="0"/>
              <a:t>2</a:t>
            </a:fld>
            <a:endParaRPr lang="en-US"/>
          </a:p>
        </p:txBody>
      </p:sp>
    </p:spTree>
    <p:extLst>
      <p:ext uri="{BB962C8B-B14F-4D97-AF65-F5344CB8AC3E}">
        <p14:creationId xmlns:p14="http://schemas.microsoft.com/office/powerpoint/2010/main" val="3962039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mj-lt"/>
              <a:buNone/>
            </a:pPr>
            <a:r>
              <a:rPr lang="en-US" b="0" i="0" dirty="0">
                <a:solidFill>
                  <a:schemeClr val="tx1"/>
                </a:solidFill>
                <a:effectLst/>
                <a:latin typeface="+mn-lt"/>
              </a:rPr>
              <a:t>The healthcare faces unsuccessful data use and manual interpretation causing diagnostic delays, errors, and rising costs that impact all stakeholders. (Stark et al., 2018; Heys et al., 2022) shared that the patients experience delayed treatment and poor outcomes while healthcare workers face burnout from data overload</a:t>
            </a:r>
          </a:p>
          <a:p>
            <a:pPr marL="0" indent="0" algn="l">
              <a:buFont typeface="+mj-lt"/>
              <a:buNone/>
            </a:pPr>
            <a:endParaRPr lang="en-US" b="0" i="0" dirty="0">
              <a:solidFill>
                <a:schemeClr val="tx1"/>
              </a:solidFill>
              <a:effectLst/>
              <a:latin typeface="+mn-lt"/>
            </a:endParaRPr>
          </a:p>
          <a:p>
            <a:pPr marL="0" indent="0" algn="l">
              <a:buFont typeface="+mj-lt"/>
              <a:buNone/>
            </a:pPr>
            <a:r>
              <a:rPr lang="en-US" b="0" i="0" dirty="0">
                <a:solidFill>
                  <a:schemeClr val="tx1"/>
                </a:solidFill>
                <a:effectLst/>
                <a:latin typeface="+mn-lt"/>
              </a:rPr>
              <a:t>Our automated tools will analyze medical text and audio, integrate data sources, and streamline diagnosis processes to deliver more accurate diagnoses, faster treatments, lower costs, and improved patient care with better resource utilization.</a:t>
            </a:r>
          </a:p>
        </p:txBody>
      </p:sp>
      <p:sp>
        <p:nvSpPr>
          <p:cNvPr id="4" name="Slide Number Placeholder 3"/>
          <p:cNvSpPr>
            <a:spLocks noGrp="1"/>
          </p:cNvSpPr>
          <p:nvPr>
            <p:ph type="sldNum" sz="quarter" idx="5"/>
          </p:nvPr>
        </p:nvSpPr>
        <p:spPr/>
        <p:txBody>
          <a:bodyPr/>
          <a:lstStyle/>
          <a:p>
            <a:fld id="{2E3DDFAF-7DD9-8E40-9CC4-B7911C011FBD}" type="slidenum">
              <a:rPr lang="en-US" smtClean="0"/>
              <a:t>3</a:t>
            </a:fld>
            <a:endParaRPr lang="en-US"/>
          </a:p>
        </p:txBody>
      </p:sp>
    </p:spTree>
    <p:extLst>
      <p:ext uri="{BB962C8B-B14F-4D97-AF65-F5344CB8AC3E}">
        <p14:creationId xmlns:p14="http://schemas.microsoft.com/office/powerpoint/2010/main" val="32717294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mn-lt"/>
              </a:rPr>
              <a:t>This study has two main questions.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mn-lt"/>
              </a:rPr>
              <a:t>First, can NLP technology correctly identify patient symptoms from written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mn-lt"/>
              </a:rPr>
              <a:t>Second, can it identify symptoms from voice recordings?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mn-lt"/>
              </a:rPr>
              <a:t>For the first question, we think text analysis will be accurate enough to help doctors make better decisions under the alternative hypotheses (H1a), though we start by testing if it might not be good enough under the null hypotheses (H1o).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mn-lt"/>
              </a:rPr>
              <a:t>For the second question, we test if audio analysis might not be precise enough for doctors under the null hypotheses (H2o). We test if audio analysis will be precise enough for doctors under the alternative hypotheses (H1a).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mn-lt"/>
              </a:rPr>
              <a:t>This research is vital because it could help doctors diagnose patients faster and more accurately by using Artificial Intelligence (AI) to process information from both written notes and voice recordings.</a:t>
            </a:r>
          </a:p>
        </p:txBody>
      </p:sp>
      <p:sp>
        <p:nvSpPr>
          <p:cNvPr id="4" name="Slide Number Placeholder 3"/>
          <p:cNvSpPr>
            <a:spLocks noGrp="1"/>
          </p:cNvSpPr>
          <p:nvPr>
            <p:ph type="sldNum" sz="quarter" idx="5"/>
          </p:nvPr>
        </p:nvSpPr>
        <p:spPr/>
        <p:txBody>
          <a:bodyPr/>
          <a:lstStyle/>
          <a:p>
            <a:fld id="{2E3DDFAF-7DD9-8E40-9CC4-B7911C011FBD}" type="slidenum">
              <a:rPr lang="en-US" smtClean="0"/>
              <a:t>4</a:t>
            </a:fld>
            <a:endParaRPr lang="en-US"/>
          </a:p>
        </p:txBody>
      </p:sp>
    </p:spTree>
    <p:extLst>
      <p:ext uri="{BB962C8B-B14F-4D97-AF65-F5344CB8AC3E}">
        <p14:creationId xmlns:p14="http://schemas.microsoft.com/office/powerpoint/2010/main" val="14477320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US" b="0" i="0" dirty="0">
                <a:effectLst/>
                <a:latin typeface="+mn-lt"/>
              </a:rPr>
              <a:t>A constructive research design was chosen because it aligns with the study's goal of developing practical NLP and DL models for healthcare diagnostics.</a:t>
            </a:r>
          </a:p>
          <a:p>
            <a:pPr marL="0" indent="0" algn="l">
              <a:buFont typeface="Wingdings" panose="05000000000000000000" pitchFamily="2" charset="2"/>
              <a:buNone/>
            </a:pPr>
            <a:endParaRPr lang="en-US" b="0" i="0" dirty="0">
              <a:effectLst/>
              <a:latin typeface="+mn-lt"/>
            </a:endParaRPr>
          </a:p>
          <a:p>
            <a:pPr marL="0" indent="0" algn="l">
              <a:buFont typeface="Wingdings" panose="05000000000000000000" pitchFamily="2" charset="2"/>
              <a:buNone/>
            </a:pPr>
            <a:r>
              <a:rPr lang="en-US" b="0" i="0" dirty="0">
                <a:effectLst/>
                <a:latin typeface="+mn-lt"/>
              </a:rPr>
              <a:t>Special AI computing like Convolutional Neural Network (CNN) and </a:t>
            </a:r>
            <a:r>
              <a:rPr lang="en-US" b="0" i="0" dirty="0">
                <a:solidFill>
                  <a:srgbClr val="001D35"/>
                </a:solidFill>
                <a:effectLst/>
                <a:latin typeface="+mn-lt"/>
              </a:rPr>
              <a:t>Bidirectional Encoder Representations from Transformers (</a:t>
            </a:r>
            <a:r>
              <a:rPr lang="en-US" b="0" i="0" dirty="0">
                <a:effectLst/>
                <a:latin typeface="+mn-lt"/>
              </a:rPr>
              <a:t>BERT) analyze medical information by finding important patterns in words and sounds. The system processes patient data by extracting key details that help identify specific diseases. For text, the computer learns word meanings, while for audio, it analyzes sound patterns. When used in hospitals, this technology helps doctors spot diseases earlier by finding hidden symptoms in patient records. This leads to faster, more accurate diagnoses and better patient care.</a:t>
            </a:r>
            <a:endParaRPr lang="en-US" dirty="0">
              <a:latin typeface="+mn-lt"/>
            </a:endParaRPr>
          </a:p>
        </p:txBody>
      </p:sp>
      <p:sp>
        <p:nvSpPr>
          <p:cNvPr id="4" name="Slide Number Placeholder 3"/>
          <p:cNvSpPr>
            <a:spLocks noGrp="1"/>
          </p:cNvSpPr>
          <p:nvPr>
            <p:ph type="sldNum" sz="quarter" idx="5"/>
          </p:nvPr>
        </p:nvSpPr>
        <p:spPr/>
        <p:txBody>
          <a:bodyPr/>
          <a:lstStyle/>
          <a:p>
            <a:fld id="{2E3DDFAF-7DD9-8E40-9CC4-B7911C011FBD}" type="slidenum">
              <a:rPr lang="en-US" smtClean="0"/>
              <a:t>5</a:t>
            </a:fld>
            <a:endParaRPr lang="en-US"/>
          </a:p>
        </p:txBody>
      </p:sp>
    </p:spTree>
    <p:extLst>
      <p:ext uri="{BB962C8B-B14F-4D97-AF65-F5344CB8AC3E}">
        <p14:creationId xmlns:p14="http://schemas.microsoft.com/office/powerpoint/2010/main" val="11834425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dirty="0"/>
              <a:t>Doctors make mistakes in about 5% of patient visits because they don't have good technology to help them. Current systems are slow and make it hard to understand patient information. If we use standard ways to diagnose patients and add computer technology that can read text and understand voice recordings, doctors can make fewer mistakes. This new technology helps by quickly analyzing patient information, leading to better healthcare for everyone.</a:t>
            </a:r>
          </a:p>
        </p:txBody>
      </p:sp>
      <p:sp>
        <p:nvSpPr>
          <p:cNvPr id="4" name="Slide Number Placeholder 3"/>
          <p:cNvSpPr>
            <a:spLocks noGrp="1"/>
          </p:cNvSpPr>
          <p:nvPr>
            <p:ph type="sldNum" sz="quarter" idx="5"/>
          </p:nvPr>
        </p:nvSpPr>
        <p:spPr/>
        <p:txBody>
          <a:bodyPr/>
          <a:lstStyle/>
          <a:p>
            <a:fld id="{2E3DDFAF-7DD9-8E40-9CC4-B7911C011FBD}" type="slidenum">
              <a:rPr lang="en-US" smtClean="0"/>
              <a:t>6</a:t>
            </a:fld>
            <a:endParaRPr lang="en-US"/>
          </a:p>
        </p:txBody>
      </p:sp>
    </p:spTree>
    <p:extLst>
      <p:ext uri="{BB962C8B-B14F-4D97-AF65-F5344CB8AC3E}">
        <p14:creationId xmlns:p14="http://schemas.microsoft.com/office/powerpoint/2010/main" val="16058687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About 5% of doctor visits have wrong diagnoses. This happens because current technology is not good enough to help doctors analyze patient information quickly and correctly. Doctors find it hard to manage all the written notes and voice recordings from patients. We need standard ways for all doctors to diagnose problems. New computer technology called NLP and DL can help by reading patient notes and listening to recordings automatically. This technology helps doctors identify diseases more accurately and create better treatment plans, making healthcare better for everyone.</a:t>
            </a:r>
          </a:p>
        </p:txBody>
      </p:sp>
      <p:sp>
        <p:nvSpPr>
          <p:cNvPr id="4" name="Slide Number Placeholder 3"/>
          <p:cNvSpPr>
            <a:spLocks noGrp="1"/>
          </p:cNvSpPr>
          <p:nvPr>
            <p:ph type="sldNum" sz="quarter" idx="5"/>
          </p:nvPr>
        </p:nvSpPr>
        <p:spPr/>
        <p:txBody>
          <a:bodyPr/>
          <a:lstStyle/>
          <a:p>
            <a:fld id="{2E3DDFAF-7DD9-8E40-9CC4-B7911C011FBD}" type="slidenum">
              <a:rPr lang="en-US" smtClean="0"/>
              <a:t>7</a:t>
            </a:fld>
            <a:endParaRPr lang="en-US"/>
          </a:p>
        </p:txBody>
      </p:sp>
    </p:spTree>
    <p:extLst>
      <p:ext uri="{BB962C8B-B14F-4D97-AF65-F5344CB8AC3E}">
        <p14:creationId xmlns:p14="http://schemas.microsoft.com/office/powerpoint/2010/main" val="31884498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mj-lt"/>
              <a:buNone/>
            </a:pPr>
            <a:r>
              <a:rPr lang="en-US" b="0" i="0" dirty="0">
                <a:solidFill>
                  <a:srgbClr val="DFDFDF"/>
                </a:solidFill>
                <a:effectLst/>
                <a:latin typeface="+mn-lt"/>
              </a:rPr>
              <a:t>We analyze both written notes and voice recordings from patients using special AI algorithms. We chose this method because it can solve real problems in healthcare and can be tested with specific numbers to prove it works. The study helps doctors by automatically processing patient information that would take too long to review manually. The computer system cleans up the text by removing unnecessary words and symbols, then uses AI to find patterns that help identify diseases. They measure how well the system works by checking if it correctly identifies patients' conditions. This technology could help doctors make fewer mistakes and provide better treatment.</a:t>
            </a:r>
          </a:p>
        </p:txBody>
      </p:sp>
      <p:sp>
        <p:nvSpPr>
          <p:cNvPr id="4" name="Slide Number Placeholder 3"/>
          <p:cNvSpPr>
            <a:spLocks noGrp="1"/>
          </p:cNvSpPr>
          <p:nvPr>
            <p:ph type="sldNum" sz="quarter" idx="5"/>
          </p:nvPr>
        </p:nvSpPr>
        <p:spPr/>
        <p:txBody>
          <a:bodyPr/>
          <a:lstStyle/>
          <a:p>
            <a:fld id="{2E3DDFAF-7DD9-8E40-9CC4-B7911C011FBD}" type="slidenum">
              <a:rPr lang="en-US" smtClean="0"/>
              <a:t>8</a:t>
            </a:fld>
            <a:endParaRPr lang="en-US"/>
          </a:p>
        </p:txBody>
      </p:sp>
    </p:spTree>
    <p:extLst>
      <p:ext uri="{BB962C8B-B14F-4D97-AF65-F5344CB8AC3E}">
        <p14:creationId xmlns:p14="http://schemas.microsoft.com/office/powerpoint/2010/main" val="35219710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mn-lt"/>
              </a:rPr>
              <a:t>This study looked at sick patients from a hospital in Washington, DC. There were about 7,221 patients of different ages - young, middle-aged, and older people. We selected 370 patient records public dataset from Kaggle. The Kaggle dataset was selected because it contained structured and labeled audio and text data. The data is public visible to everyone, which ensured no Personally Identifiable Information (PII) was included. These records included both written notes and voice recordings. We chose patients randomly to avoid bias and used a special calculator to make sure 370 was enough patients to get reliable results. The calculator showed this number would give answers that are 95% reliable with only a 5% chance of error. This research helps doctors better understand patient information to improve diagnosis.</a:t>
            </a:r>
          </a:p>
        </p:txBody>
      </p:sp>
      <p:sp>
        <p:nvSpPr>
          <p:cNvPr id="4" name="Slide Number Placeholder 3"/>
          <p:cNvSpPr>
            <a:spLocks noGrp="1"/>
          </p:cNvSpPr>
          <p:nvPr>
            <p:ph type="sldNum" sz="quarter" idx="5"/>
          </p:nvPr>
        </p:nvSpPr>
        <p:spPr/>
        <p:txBody>
          <a:bodyPr/>
          <a:lstStyle/>
          <a:p>
            <a:fld id="{2E3DDFAF-7DD9-8E40-9CC4-B7911C011FBD}" type="slidenum">
              <a:rPr lang="en-US" smtClean="0"/>
              <a:t>9</a:t>
            </a:fld>
            <a:endParaRPr lang="en-US"/>
          </a:p>
        </p:txBody>
      </p:sp>
    </p:spTree>
    <p:extLst>
      <p:ext uri="{BB962C8B-B14F-4D97-AF65-F5344CB8AC3E}">
        <p14:creationId xmlns:p14="http://schemas.microsoft.com/office/powerpoint/2010/main" val="10496988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b="0" dirty="0">
                <a:latin typeface="+mn-lt"/>
              </a:rPr>
              <a:t>This study used two AI computing tools to help doctors diagnose patients better. The first is NLP Toolkit reads patient notes the second tool DL Audio Classifier analyzes patient voice recordings.</a:t>
            </a:r>
          </a:p>
        </p:txBody>
      </p:sp>
      <p:sp>
        <p:nvSpPr>
          <p:cNvPr id="4" name="Slide Number Placeholder 3"/>
          <p:cNvSpPr>
            <a:spLocks noGrp="1"/>
          </p:cNvSpPr>
          <p:nvPr>
            <p:ph type="sldNum" sz="quarter" idx="5"/>
          </p:nvPr>
        </p:nvSpPr>
        <p:spPr/>
        <p:txBody>
          <a:bodyPr/>
          <a:lstStyle/>
          <a:p>
            <a:fld id="{2E3DDFAF-7DD9-8E40-9CC4-B7911C011FBD}" type="slidenum">
              <a:rPr lang="en-US" smtClean="0"/>
              <a:t>10</a:t>
            </a:fld>
            <a:endParaRPr lang="en-US"/>
          </a:p>
        </p:txBody>
      </p:sp>
    </p:spTree>
    <p:extLst>
      <p:ext uri="{BB962C8B-B14F-4D97-AF65-F5344CB8AC3E}">
        <p14:creationId xmlns:p14="http://schemas.microsoft.com/office/powerpoint/2010/main" val="25652191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r>
              <a:rPr lang="en-US" b="0" dirty="0">
                <a:latin typeface="+mn-lt"/>
              </a:rPr>
              <a:t>This study looks at how AI computing tools can help doctors make correct diagnoses. It uses two main types of information: written notes (Textual Data) and voice recordings (Audio Data) from patients to predict diseases. The study measures how accurate these predictions are compared to what expert doctors diagnose (Diagnostic Accuracy). The researchers also consider patient information like age and gender, and where patients received care (hospital or clinic). Accuracy is measured as a percentage (0-100%) showing how often the NLP and DL correctly identifies diseases. The study combines results from both text and audio analysis to get a complete picture of how well these AI computing work.</a:t>
            </a:r>
          </a:p>
        </p:txBody>
      </p:sp>
      <p:sp>
        <p:nvSpPr>
          <p:cNvPr id="4" name="Slide Number Placeholder 3"/>
          <p:cNvSpPr>
            <a:spLocks noGrp="1"/>
          </p:cNvSpPr>
          <p:nvPr>
            <p:ph type="sldNum" sz="quarter" idx="5"/>
          </p:nvPr>
        </p:nvSpPr>
        <p:spPr/>
        <p:txBody>
          <a:bodyPr/>
          <a:lstStyle/>
          <a:p>
            <a:fld id="{2E3DDFAF-7DD9-8E40-9CC4-B7911C011FBD}" type="slidenum">
              <a:rPr lang="en-US" smtClean="0"/>
              <a:t>11</a:t>
            </a:fld>
            <a:endParaRPr lang="en-US"/>
          </a:p>
        </p:txBody>
      </p:sp>
    </p:spTree>
    <p:extLst>
      <p:ext uri="{BB962C8B-B14F-4D97-AF65-F5344CB8AC3E}">
        <p14:creationId xmlns:p14="http://schemas.microsoft.com/office/powerpoint/2010/main" val="25480819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b="0" i="0" dirty="0">
                <a:solidFill>
                  <a:srgbClr val="DFDFDF"/>
                </a:solidFill>
                <a:effectLst/>
                <a:latin typeface="+mn-lt"/>
              </a:rPr>
              <a:t>The first step in this research involved obtaining Institutional Review Board (IRB) approval to guarantee adherence to ethical standards in data usage. This included ensuring compliance with data protection regulations, such as HIPAA, to protect patient privacy. Then we worked with hospitals to collect patient records and voice recordings from the last five years. We cleaned this information by removing unnecessary words from text and improving audio quality. Next, we used two special AI computing: one is NLP to read patient notes, and another is DL to analyze voice recordings. We measured how well these computing identified diseases by checking accuracy, precision, recall, and F1-scores. Finally, we compared the </a:t>
            </a:r>
            <a:r>
              <a:rPr lang="en-US" b="0" i="0" dirty="0">
                <a:effectLst/>
                <a:latin typeface="+mn-lt"/>
              </a:rPr>
              <a:t>machine learning </a:t>
            </a:r>
            <a:r>
              <a:rPr lang="en-US" b="0" i="0" dirty="0">
                <a:solidFill>
                  <a:srgbClr val="DFDFDF"/>
                </a:solidFill>
                <a:effectLst/>
                <a:latin typeface="+mn-lt"/>
              </a:rPr>
              <a:t>algorithms results with diagnoses from real doctors to see if the technology worked correctly.</a:t>
            </a:r>
          </a:p>
        </p:txBody>
      </p:sp>
      <p:sp>
        <p:nvSpPr>
          <p:cNvPr id="4" name="Slide Number Placeholder 3"/>
          <p:cNvSpPr>
            <a:spLocks noGrp="1"/>
          </p:cNvSpPr>
          <p:nvPr>
            <p:ph type="sldNum" sz="quarter" idx="5"/>
          </p:nvPr>
        </p:nvSpPr>
        <p:spPr/>
        <p:txBody>
          <a:bodyPr/>
          <a:lstStyle/>
          <a:p>
            <a:fld id="{2E3DDFAF-7DD9-8E40-9CC4-B7911C011FBD}" type="slidenum">
              <a:rPr lang="en-US" smtClean="0"/>
              <a:t>12</a:t>
            </a:fld>
            <a:endParaRPr lang="en-US"/>
          </a:p>
        </p:txBody>
      </p:sp>
    </p:spTree>
    <p:extLst>
      <p:ext uri="{BB962C8B-B14F-4D97-AF65-F5344CB8AC3E}">
        <p14:creationId xmlns:p14="http://schemas.microsoft.com/office/powerpoint/2010/main" val="18063763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Data Analysis Steps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The study tests two main ideas: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Text Analysis: </a:t>
            </a:r>
            <a:r>
              <a:rPr lang="en-US" b="0" dirty="0"/>
              <a:t>Checks if text analysis of patient symptoms is accurate enough for healthcare decisions. It uses binary classification, with metrics like precision, recall, F1-score, ROC-AUC, and confusion matrix. Assumptions like random sampling and normal errors will be tested. Python 3.8 and scikit-learn will be used. Logistic Regression is chosen because it fits binary outcomes, large datasets, and linear relationships.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Audio Analysis: </a:t>
            </a:r>
            <a:r>
              <a:rPr lang="en-US" b="0" dirty="0"/>
              <a:t>Checks if audio analysis of symptoms is accurate enough for healthcare decisions. It uses multi-class classification, with metrics like accuracy, cross-validation, and reliability. Assumptions like balanced data and good quality will be checked. </a:t>
            </a:r>
            <a:r>
              <a:rPr lang="en-US" b="0" dirty="0" err="1"/>
              <a:t>PyTorch</a:t>
            </a:r>
            <a:r>
              <a:rPr lang="en-US" b="0" dirty="0"/>
              <a:t>, </a:t>
            </a:r>
            <a:r>
              <a:rPr lang="en-US" b="0" dirty="0" err="1"/>
              <a:t>Keras</a:t>
            </a:r>
            <a:r>
              <a:rPr lang="en-US" b="0" dirty="0"/>
              <a:t>, and </a:t>
            </a:r>
            <a:r>
              <a:rPr lang="en-US" b="0" dirty="0" err="1"/>
              <a:t>Librosa</a:t>
            </a:r>
            <a:r>
              <a:rPr lang="en-US" b="0" dirty="0"/>
              <a:t> will be used. Convolutional Neural Networks (CNNs) are chosen because they handle complex patterns, large datasets, and non-linear relationships.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Testing Assumptions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Tests like Shapiro-Wilk, Q-Q plots, and histograms will check for normal data. Durbin-Watson and residual plots will check for independence.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Additional Tests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10-fold cross-validation and hold-out validation will be used. Performance will be measured using Area Under the Curve (AUC), Mean Square Error (MSE), and Root Mean Square Error (RMSE).</a:t>
            </a:r>
          </a:p>
        </p:txBody>
      </p:sp>
      <p:sp>
        <p:nvSpPr>
          <p:cNvPr id="4" name="Slide Number Placeholder 3"/>
          <p:cNvSpPr>
            <a:spLocks noGrp="1"/>
          </p:cNvSpPr>
          <p:nvPr>
            <p:ph type="sldNum" sz="quarter" idx="5"/>
          </p:nvPr>
        </p:nvSpPr>
        <p:spPr/>
        <p:txBody>
          <a:bodyPr/>
          <a:lstStyle/>
          <a:p>
            <a:fld id="{2E3DDFAF-7DD9-8E40-9CC4-B7911C011FBD}" type="slidenum">
              <a:rPr lang="en-US" smtClean="0"/>
              <a:t>13</a:t>
            </a:fld>
            <a:endParaRPr lang="en-US"/>
          </a:p>
        </p:txBody>
      </p:sp>
    </p:spTree>
    <p:extLst>
      <p:ext uri="{BB962C8B-B14F-4D97-AF65-F5344CB8AC3E}">
        <p14:creationId xmlns:p14="http://schemas.microsoft.com/office/powerpoint/2010/main" val="37159241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study, we explored the potential of DL in diagnosing and treating patients. Specifically, we address two key research questions: RQ1 investigates the effectiveness of NLP algorithms in classifying patient symptoms from textual data at the population level, while RQ2 examines the usefulness of using NLP for classifying patient symptoms from audio data.</a:t>
            </a:r>
          </a:p>
        </p:txBody>
      </p:sp>
      <p:sp>
        <p:nvSpPr>
          <p:cNvPr id="4" name="Slide Number Placeholder 3"/>
          <p:cNvSpPr>
            <a:spLocks noGrp="1"/>
          </p:cNvSpPr>
          <p:nvPr>
            <p:ph type="sldNum" sz="quarter" idx="5"/>
          </p:nvPr>
        </p:nvSpPr>
        <p:spPr/>
        <p:txBody>
          <a:bodyPr/>
          <a:lstStyle/>
          <a:p>
            <a:fld id="{2E3DDFAF-7DD9-8E40-9CC4-B7911C011FBD}" type="slidenum">
              <a:rPr lang="en-US" smtClean="0"/>
              <a:t>14</a:t>
            </a:fld>
            <a:endParaRPr lang="en-US"/>
          </a:p>
        </p:txBody>
      </p:sp>
    </p:spTree>
    <p:extLst>
      <p:ext uri="{BB962C8B-B14F-4D97-AF65-F5344CB8AC3E}">
        <p14:creationId xmlns:p14="http://schemas.microsoft.com/office/powerpoint/2010/main" val="11054125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Calibri (Body)"/>
              </a:rPr>
              <a:t>Data Characteristics:</a:t>
            </a:r>
          </a:p>
          <a:p>
            <a:endParaRPr lang="en-US" dirty="0">
              <a:latin typeface="Calibri (Body)"/>
            </a:endParaRPr>
          </a:p>
          <a:p>
            <a:pPr marL="171450" indent="-171450">
              <a:buFont typeface="Arial" panose="020B0604020202020204" pitchFamily="34" charset="0"/>
              <a:buChar char="•"/>
            </a:pPr>
            <a:r>
              <a:rPr lang="en-US" dirty="0">
                <a:latin typeface="Calibri (Body)"/>
              </a:rPr>
              <a:t>The dataset comprised 5,385 training observations (text and audio) and 385 test observations.</a:t>
            </a:r>
          </a:p>
          <a:p>
            <a:pPr marL="171450" indent="-171450">
              <a:buFont typeface="Arial" panose="020B0604020202020204" pitchFamily="34" charset="0"/>
              <a:buChar char="•"/>
            </a:pPr>
            <a:r>
              <a:rPr lang="en-US" dirty="0">
                <a:latin typeface="Calibri (Body)"/>
              </a:rPr>
              <a:t>Key attributes included audio quality, speaker identification, and textual phrases.</a:t>
            </a:r>
          </a:p>
          <a:p>
            <a:endParaRPr lang="en-US" dirty="0">
              <a:latin typeface="Calibri (Body)"/>
            </a:endParaRPr>
          </a:p>
          <a:p>
            <a:r>
              <a:rPr lang="en-US" b="1" dirty="0">
                <a:latin typeface="Calibri (Body)"/>
              </a:rPr>
              <a:t>Data Quality Assessment:</a:t>
            </a:r>
          </a:p>
          <a:p>
            <a:endParaRPr lang="en-US" dirty="0">
              <a:latin typeface="Calibri (Body)"/>
            </a:endParaRPr>
          </a:p>
          <a:p>
            <a:pPr marL="171450" indent="-171450">
              <a:buFont typeface="Arial" panose="020B0604020202020204" pitchFamily="34" charset="0"/>
              <a:buChar char="•"/>
            </a:pPr>
            <a:r>
              <a:rPr lang="en-US" dirty="0">
                <a:latin typeface="Calibri (Body)"/>
              </a:rPr>
              <a:t>Audio quality ratings ranged from 2.5 to 5.0, with most ratings clustering around 3.75.</a:t>
            </a:r>
          </a:p>
          <a:p>
            <a:pPr marL="171450" indent="-171450">
              <a:buFont typeface="Arial" panose="020B0604020202020204" pitchFamily="34" charset="0"/>
              <a:buChar char="•"/>
            </a:pPr>
            <a:r>
              <a:rPr lang="en-US" dirty="0">
                <a:latin typeface="Calibri (Body)"/>
              </a:rPr>
              <a:t>Textual data showed a balanced distribution of symptoms, essential for effective classification.</a:t>
            </a:r>
          </a:p>
          <a:p>
            <a:endParaRPr lang="en-US" dirty="0">
              <a:latin typeface="Calibri (Body)"/>
            </a:endParaRPr>
          </a:p>
          <a:p>
            <a:r>
              <a:rPr lang="en-US" b="1" dirty="0">
                <a:latin typeface="Calibri (Body)"/>
              </a:rPr>
              <a:t>Feature Engineering:</a:t>
            </a:r>
          </a:p>
          <a:p>
            <a:endParaRPr lang="en-US" dirty="0">
              <a:latin typeface="Calibri (Body)"/>
            </a:endParaRPr>
          </a:p>
          <a:p>
            <a:pPr marL="171450" indent="-171450">
              <a:buFont typeface="Arial" panose="020B0604020202020204" pitchFamily="34" charset="0"/>
              <a:buChar char="•"/>
            </a:pPr>
            <a:r>
              <a:rPr lang="en-US" dirty="0">
                <a:latin typeface="Calibri (Body)"/>
              </a:rPr>
              <a:t>Techniques such as tokenization, stop word removal, and feature interaction were employed to enhance model performance.</a:t>
            </a:r>
          </a:p>
          <a:p>
            <a:pPr marL="171450" indent="-171450">
              <a:buFont typeface="Arial" panose="020B0604020202020204" pitchFamily="34" charset="0"/>
              <a:buChar char="•"/>
            </a:pPr>
            <a:r>
              <a:rPr lang="en-US" dirty="0">
                <a:latin typeface="Calibri (Body)"/>
              </a:rPr>
              <a:t>Mel-Frequency Cepstral Coefficients (MFCC) (</a:t>
            </a:r>
            <a:r>
              <a:rPr lang="ar-IQ" dirty="0">
                <a:latin typeface="Calibri (Body)"/>
              </a:rPr>
              <a:t>ميل فركونسي كرستل كوفشنت</a:t>
            </a:r>
            <a:r>
              <a:rPr lang="en-US" dirty="0">
                <a:latin typeface="Calibri (Body)"/>
              </a:rPr>
              <a:t>) were used for audio feature extraction.</a:t>
            </a:r>
          </a:p>
        </p:txBody>
      </p:sp>
      <p:sp>
        <p:nvSpPr>
          <p:cNvPr id="4" name="Slide Number Placeholder 3"/>
          <p:cNvSpPr>
            <a:spLocks noGrp="1"/>
          </p:cNvSpPr>
          <p:nvPr>
            <p:ph type="sldNum" sz="quarter" idx="5"/>
          </p:nvPr>
        </p:nvSpPr>
        <p:spPr/>
        <p:txBody>
          <a:bodyPr/>
          <a:lstStyle/>
          <a:p>
            <a:fld id="{2E3DDFAF-7DD9-8E40-9CC4-B7911C011FBD}" type="slidenum">
              <a:rPr lang="en-US" smtClean="0"/>
              <a:t>15</a:t>
            </a:fld>
            <a:endParaRPr lang="en-US"/>
          </a:p>
        </p:txBody>
      </p:sp>
    </p:spTree>
    <p:extLst>
      <p:ext uri="{BB962C8B-B14F-4D97-AF65-F5344CB8AC3E}">
        <p14:creationId xmlns:p14="http://schemas.microsoft.com/office/powerpoint/2010/main" val="13352845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Bef>
                <a:spcPts val="1200"/>
              </a:spcBef>
              <a:spcAft>
                <a:spcPts val="1500"/>
              </a:spcAft>
              <a:buFont typeface="Arial" panose="020B0604020202020204" pitchFamily="34" charset="0"/>
              <a:buNone/>
            </a:pPr>
            <a:r>
              <a:rPr lang="en-US" b="1" i="0" dirty="0">
                <a:solidFill>
                  <a:schemeClr val="tx1"/>
                </a:solidFill>
                <a:effectLst/>
                <a:latin typeface="+mn-lt"/>
              </a:rPr>
              <a:t>Text Model Results</a:t>
            </a:r>
          </a:p>
          <a:p>
            <a:pPr algn="l">
              <a:spcBef>
                <a:spcPts val="1200"/>
              </a:spcBef>
              <a:spcAft>
                <a:spcPts val="1500"/>
              </a:spcAft>
              <a:buFont typeface="Arial" panose="020B0604020202020204" pitchFamily="34" charset="0"/>
              <a:buNone/>
            </a:pPr>
            <a:r>
              <a:rPr lang="en-US" b="0" i="0" dirty="0">
                <a:solidFill>
                  <a:schemeClr val="tx1"/>
                </a:solidFill>
                <a:effectLst/>
                <a:latin typeface="+mn-lt"/>
              </a:rPr>
              <a:t>SVM and Logistic Regression had 100% accuracy in text classification. Random Forest and XGBoost also performed very well (around 99.5% accuracy).  </a:t>
            </a:r>
          </a:p>
          <a:p>
            <a:pPr algn="l">
              <a:spcBef>
                <a:spcPts val="1200"/>
              </a:spcBef>
              <a:spcAft>
                <a:spcPts val="1500"/>
              </a:spcAft>
              <a:buFont typeface="Arial" panose="020B0604020202020204" pitchFamily="34" charset="0"/>
              <a:buNone/>
            </a:pPr>
            <a:endParaRPr lang="en-US" b="0" i="0" dirty="0">
              <a:solidFill>
                <a:schemeClr val="tx1"/>
              </a:solidFill>
              <a:effectLst/>
              <a:latin typeface="+mn-lt"/>
            </a:endParaRPr>
          </a:p>
          <a:p>
            <a:pPr algn="l">
              <a:spcBef>
                <a:spcPts val="1200"/>
              </a:spcBef>
              <a:spcAft>
                <a:spcPts val="1500"/>
              </a:spcAft>
              <a:buFont typeface="Arial" panose="020B0604020202020204" pitchFamily="34" charset="0"/>
              <a:buNone/>
            </a:pPr>
            <a:r>
              <a:rPr lang="en-US" b="1" i="0" dirty="0">
                <a:solidFill>
                  <a:schemeClr val="tx1"/>
                </a:solidFill>
                <a:effectLst/>
                <a:latin typeface="+mn-lt"/>
              </a:rPr>
              <a:t>Evaluation Metrics  </a:t>
            </a:r>
          </a:p>
          <a:p>
            <a:pPr algn="l">
              <a:spcBef>
                <a:spcPts val="1200"/>
              </a:spcBef>
              <a:spcAft>
                <a:spcPts val="1500"/>
              </a:spcAft>
              <a:buFont typeface="Arial" panose="020B0604020202020204" pitchFamily="34" charset="0"/>
              <a:buNone/>
            </a:pPr>
            <a:r>
              <a:rPr lang="en-US" b="0" i="0" dirty="0">
                <a:solidFill>
                  <a:schemeClr val="tx1"/>
                </a:solidFill>
                <a:effectLst/>
                <a:latin typeface="+mn-lt"/>
              </a:rPr>
              <a:t>Precision and Recall were important to check model performance, especially with uneven data. The F1-score balanced these metrics, which is key for healthcare.  </a:t>
            </a:r>
          </a:p>
          <a:p>
            <a:pPr algn="l">
              <a:spcBef>
                <a:spcPts val="1200"/>
              </a:spcBef>
              <a:spcAft>
                <a:spcPts val="1500"/>
              </a:spcAft>
              <a:buFont typeface="Arial" panose="020B0604020202020204" pitchFamily="34" charset="0"/>
              <a:buNone/>
            </a:pPr>
            <a:endParaRPr lang="en-US" b="0" i="0" dirty="0">
              <a:solidFill>
                <a:schemeClr val="tx1"/>
              </a:solidFill>
              <a:effectLst/>
              <a:latin typeface="+mn-lt"/>
            </a:endParaRPr>
          </a:p>
          <a:p>
            <a:pPr algn="l">
              <a:spcBef>
                <a:spcPts val="1200"/>
              </a:spcBef>
              <a:spcAft>
                <a:spcPts val="1500"/>
              </a:spcAft>
              <a:buFont typeface="Arial" panose="020B0604020202020204" pitchFamily="34" charset="0"/>
              <a:buNone/>
            </a:pPr>
            <a:r>
              <a:rPr lang="en-US" b="1" i="0" dirty="0">
                <a:solidFill>
                  <a:schemeClr val="tx1"/>
                </a:solidFill>
                <a:effectLst/>
                <a:latin typeface="+mn-lt"/>
              </a:rPr>
              <a:t>What This Means  </a:t>
            </a:r>
          </a:p>
          <a:p>
            <a:pPr algn="l">
              <a:spcBef>
                <a:spcPts val="1200"/>
              </a:spcBef>
              <a:spcAft>
                <a:spcPts val="1500"/>
              </a:spcAft>
              <a:buFont typeface="Arial" panose="020B0604020202020204" pitchFamily="34" charset="0"/>
              <a:buNone/>
            </a:pPr>
            <a:r>
              <a:rPr lang="en-US" b="0" i="0" dirty="0">
                <a:solidFill>
                  <a:schemeClr val="tx1"/>
                </a:solidFill>
                <a:effectLst/>
                <a:latin typeface="+mn-lt"/>
              </a:rPr>
              <a:t>High accuracy shows the models classify symptoms well, but Precision and Recall ensure fewer mistakes (false positives and negatives).</a:t>
            </a:r>
          </a:p>
        </p:txBody>
      </p:sp>
      <p:sp>
        <p:nvSpPr>
          <p:cNvPr id="4" name="Slide Number Placeholder 3"/>
          <p:cNvSpPr>
            <a:spLocks noGrp="1"/>
          </p:cNvSpPr>
          <p:nvPr>
            <p:ph type="sldNum" sz="quarter" idx="5"/>
          </p:nvPr>
        </p:nvSpPr>
        <p:spPr/>
        <p:txBody>
          <a:bodyPr/>
          <a:lstStyle/>
          <a:p>
            <a:fld id="{2E3DDFAF-7DD9-8E40-9CC4-B7911C011FBD}" type="slidenum">
              <a:rPr lang="en-US" smtClean="0"/>
              <a:t>16</a:t>
            </a:fld>
            <a:endParaRPr lang="en-US"/>
          </a:p>
        </p:txBody>
      </p:sp>
    </p:spTree>
    <p:extLst>
      <p:ext uri="{BB962C8B-B14F-4D97-AF65-F5344CB8AC3E}">
        <p14:creationId xmlns:p14="http://schemas.microsoft.com/office/powerpoint/2010/main" val="39109168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239B3-C312-3E59-F6CA-439107B657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C76023-400C-0F9A-DFE5-C8B09664C2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ED7390-E5EA-308F-D5FE-ADCC24495FA8}"/>
              </a:ext>
            </a:extLst>
          </p:cNvPr>
          <p:cNvSpPr>
            <a:spLocks noGrp="1"/>
          </p:cNvSpPr>
          <p:nvPr>
            <p:ph type="body" idx="1"/>
          </p:nvPr>
        </p:nvSpPr>
        <p:spPr/>
        <p:txBody>
          <a:bodyPr/>
          <a:lstStyle/>
          <a:p>
            <a:pPr algn="l">
              <a:spcBef>
                <a:spcPts val="1200"/>
              </a:spcBef>
              <a:spcAft>
                <a:spcPts val="1500"/>
              </a:spcAft>
              <a:buFont typeface="Arial" panose="020B0604020202020204" pitchFamily="34" charset="0"/>
              <a:buNone/>
            </a:pPr>
            <a:r>
              <a:rPr lang="en-US" b="1" i="0" dirty="0">
                <a:effectLst/>
                <a:latin typeface="+mn-lt"/>
              </a:rPr>
              <a:t>Audio Classification Results</a:t>
            </a:r>
          </a:p>
          <a:p>
            <a:pPr algn="l">
              <a:spcBef>
                <a:spcPts val="1200"/>
              </a:spcBef>
              <a:spcAft>
                <a:spcPts val="1500"/>
              </a:spcAft>
              <a:buFont typeface="Arial" panose="020B0604020202020204" pitchFamily="34" charset="0"/>
              <a:buNone/>
            </a:pPr>
            <a:r>
              <a:rPr lang="en-US" b="0" i="0" dirty="0">
                <a:effectLst/>
                <a:latin typeface="+mn-lt"/>
              </a:rPr>
              <a:t>The XGBoost model had the best accuracy (98.27%) for audio data. CNN and RNN models also worked well, showing they can find complex patterns in audio.  </a:t>
            </a:r>
          </a:p>
          <a:p>
            <a:pPr algn="l">
              <a:spcBef>
                <a:spcPts val="1200"/>
              </a:spcBef>
              <a:spcAft>
                <a:spcPts val="1500"/>
              </a:spcAft>
              <a:buFont typeface="Arial" panose="020B0604020202020204" pitchFamily="34" charset="0"/>
              <a:buNone/>
            </a:pPr>
            <a:endParaRPr lang="en-US" b="0" i="0" dirty="0">
              <a:effectLst/>
              <a:latin typeface="+mn-lt"/>
            </a:endParaRPr>
          </a:p>
          <a:p>
            <a:pPr algn="l">
              <a:spcBef>
                <a:spcPts val="1200"/>
              </a:spcBef>
              <a:spcAft>
                <a:spcPts val="1500"/>
              </a:spcAft>
              <a:buFont typeface="Arial" panose="020B0604020202020204" pitchFamily="34" charset="0"/>
              <a:buNone/>
            </a:pPr>
            <a:r>
              <a:rPr lang="en-US" b="1" i="0" dirty="0">
                <a:effectLst/>
                <a:latin typeface="+mn-lt"/>
              </a:rPr>
              <a:t>Model Reliability</a:t>
            </a:r>
          </a:p>
          <a:p>
            <a:pPr algn="l">
              <a:spcBef>
                <a:spcPts val="1200"/>
              </a:spcBef>
              <a:spcAft>
                <a:spcPts val="1500"/>
              </a:spcAft>
              <a:buFont typeface="Arial" panose="020B0604020202020204" pitchFamily="34" charset="0"/>
              <a:buNone/>
            </a:pPr>
            <a:r>
              <a:rPr lang="en-US" b="0" i="0" dirty="0">
                <a:effectLst/>
                <a:latin typeface="+mn-lt"/>
              </a:rPr>
              <a:t>Cross-validation was used to make sure the models were reliable and not overfitting. Hyperparameters (like learning rates) were tuned to improve performance.  </a:t>
            </a:r>
          </a:p>
          <a:p>
            <a:pPr algn="l">
              <a:spcBef>
                <a:spcPts val="1200"/>
              </a:spcBef>
              <a:spcAft>
                <a:spcPts val="1500"/>
              </a:spcAft>
              <a:buFont typeface="Arial" panose="020B0604020202020204" pitchFamily="34" charset="0"/>
              <a:buNone/>
            </a:pPr>
            <a:endParaRPr lang="en-US" b="0" i="0" dirty="0">
              <a:effectLst/>
              <a:latin typeface="+mn-lt"/>
            </a:endParaRPr>
          </a:p>
          <a:p>
            <a:pPr algn="l">
              <a:spcBef>
                <a:spcPts val="1200"/>
              </a:spcBef>
              <a:spcAft>
                <a:spcPts val="1500"/>
              </a:spcAft>
              <a:buFont typeface="Arial" panose="020B0604020202020204" pitchFamily="34" charset="0"/>
              <a:buNone/>
            </a:pPr>
            <a:r>
              <a:rPr lang="en-US" b="1" i="0" dirty="0">
                <a:effectLst/>
                <a:latin typeface="+mn-lt"/>
              </a:rPr>
              <a:t>What This Means</a:t>
            </a:r>
          </a:p>
          <a:p>
            <a:pPr algn="l">
              <a:spcBef>
                <a:spcPts val="1200"/>
              </a:spcBef>
              <a:spcAft>
                <a:spcPts val="1500"/>
              </a:spcAft>
              <a:buFont typeface="Arial" panose="020B0604020202020204" pitchFamily="34" charset="0"/>
              <a:buNone/>
            </a:pPr>
            <a:r>
              <a:rPr lang="en-US" b="0" i="0" dirty="0">
                <a:effectLst/>
                <a:latin typeface="+mn-lt"/>
              </a:rPr>
              <a:t>Accurate audio symptom classification helps healthcare providers make better decisions, which can improve patient care.</a:t>
            </a:r>
          </a:p>
        </p:txBody>
      </p:sp>
      <p:sp>
        <p:nvSpPr>
          <p:cNvPr id="4" name="Slide Number Placeholder 3">
            <a:extLst>
              <a:ext uri="{FF2B5EF4-FFF2-40B4-BE49-F238E27FC236}">
                <a16:creationId xmlns:a16="http://schemas.microsoft.com/office/drawing/2014/main" id="{00F16CF6-AA39-39C0-C5CD-6D41B940CCE2}"/>
              </a:ext>
            </a:extLst>
          </p:cNvPr>
          <p:cNvSpPr>
            <a:spLocks noGrp="1"/>
          </p:cNvSpPr>
          <p:nvPr>
            <p:ph type="sldNum" sz="quarter" idx="5"/>
          </p:nvPr>
        </p:nvSpPr>
        <p:spPr/>
        <p:txBody>
          <a:bodyPr/>
          <a:lstStyle/>
          <a:p>
            <a:fld id="{2E3DDFAF-7DD9-8E40-9CC4-B7911C011FBD}" type="slidenum">
              <a:rPr lang="en-US" smtClean="0"/>
              <a:t>17</a:t>
            </a:fld>
            <a:endParaRPr lang="en-US"/>
          </a:p>
        </p:txBody>
      </p:sp>
    </p:spTree>
    <p:extLst>
      <p:ext uri="{BB962C8B-B14F-4D97-AF65-F5344CB8AC3E}">
        <p14:creationId xmlns:p14="http://schemas.microsoft.com/office/powerpoint/2010/main" val="26308647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mn-lt"/>
              </a:rPr>
              <a:t>Embeddings Used</a:t>
            </a:r>
            <a:endParaRPr lang="en-US" dirty="0">
              <a:latin typeface="+mn-lt"/>
            </a:endParaRPr>
          </a:p>
          <a:p>
            <a:r>
              <a:rPr lang="en-US" dirty="0">
                <a:latin typeface="+mn-lt"/>
              </a:rPr>
              <a:t>For text, BERT embeddings were used to understand context and improve accuracy. For audio, I-vectors and x-vectors helped classify sounds effectively.  </a:t>
            </a:r>
          </a:p>
          <a:p>
            <a:endParaRPr lang="en-US" dirty="0">
              <a:latin typeface="+mn-lt"/>
            </a:endParaRPr>
          </a:p>
          <a:p>
            <a:r>
              <a:rPr lang="en-US" b="1" dirty="0">
                <a:latin typeface="+mn-lt"/>
              </a:rPr>
              <a:t>Impact on Model</a:t>
            </a:r>
            <a:endParaRPr lang="en-US" dirty="0">
              <a:latin typeface="+mn-lt"/>
            </a:endParaRPr>
          </a:p>
          <a:p>
            <a:r>
              <a:rPr lang="en-US" dirty="0">
                <a:latin typeface="+mn-lt"/>
              </a:rPr>
              <a:t>Embeddings made the models better at handling new data, increasing accuracy and reliability. They also helped the models understand the data more deeply, which is key for accurate symptom classification.</a:t>
            </a:r>
          </a:p>
          <a:p>
            <a:endParaRPr lang="en-US" dirty="0">
              <a:latin typeface="+mn-lt"/>
            </a:endParaRPr>
          </a:p>
        </p:txBody>
      </p:sp>
      <p:sp>
        <p:nvSpPr>
          <p:cNvPr id="4" name="Slide Number Placeholder 3"/>
          <p:cNvSpPr>
            <a:spLocks noGrp="1"/>
          </p:cNvSpPr>
          <p:nvPr>
            <p:ph type="sldNum" sz="quarter" idx="5"/>
          </p:nvPr>
        </p:nvSpPr>
        <p:spPr/>
        <p:txBody>
          <a:bodyPr/>
          <a:lstStyle/>
          <a:p>
            <a:fld id="{2E3DDFAF-7DD9-8E40-9CC4-B7911C011FBD}" type="slidenum">
              <a:rPr lang="en-US" smtClean="0"/>
              <a:t>18</a:t>
            </a:fld>
            <a:endParaRPr lang="en-US"/>
          </a:p>
        </p:txBody>
      </p:sp>
    </p:spTree>
    <p:extLst>
      <p:ext uri="{BB962C8B-B14F-4D97-AF65-F5344CB8AC3E}">
        <p14:creationId xmlns:p14="http://schemas.microsoft.com/office/powerpoint/2010/main" val="8005086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81427-00D3-D724-AB74-1A4F81BF25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5DDB4C-B683-55A3-AE10-BA55E99482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E65891-8ADF-02AC-77E5-DAFB7139918B}"/>
              </a:ext>
            </a:extLst>
          </p:cNvPr>
          <p:cNvSpPr>
            <a:spLocks noGrp="1"/>
          </p:cNvSpPr>
          <p:nvPr>
            <p:ph type="body" idx="1"/>
          </p:nvPr>
        </p:nvSpPr>
        <p:spPr/>
        <p:txBody>
          <a:bodyPr/>
          <a:lstStyle/>
          <a:p>
            <a:pPr algn="l">
              <a:spcBef>
                <a:spcPts val="1200"/>
              </a:spcBef>
              <a:spcAft>
                <a:spcPts val="1500"/>
              </a:spcAft>
              <a:buFont typeface="Arial" panose="020B0604020202020204" pitchFamily="34" charset="0"/>
              <a:buNone/>
            </a:pPr>
            <a:r>
              <a:rPr lang="en-US" b="0" i="0" dirty="0">
                <a:effectLst/>
                <a:latin typeface="+mn-lt"/>
              </a:rPr>
              <a:t>Various machine learning algorithms were evaluated, including Naive Bayes, Support Vector Machines (SVM), Decision Trees, and Random Forests, among others. Support Vector Machines (SVM) and Logistic Regression achieved perfect accuracy (100%) for text classification, while XGBoost demonstrated high levels of accuracy in audio classification 98.27% (0.9827%).</a:t>
            </a:r>
          </a:p>
          <a:p>
            <a:pPr algn="l">
              <a:spcBef>
                <a:spcPts val="1200"/>
              </a:spcBef>
              <a:spcAft>
                <a:spcPts val="1500"/>
              </a:spcAft>
              <a:buFont typeface="Arial" panose="020B0604020202020204" pitchFamily="34" charset="0"/>
              <a:buNone/>
            </a:pPr>
            <a:endParaRPr lang="en-US" b="0" i="0" dirty="0">
              <a:effectLst/>
              <a:latin typeface="+mn-lt"/>
            </a:endParaRPr>
          </a:p>
          <a:p>
            <a:pPr algn="l">
              <a:spcBef>
                <a:spcPts val="1200"/>
              </a:spcBef>
              <a:spcAft>
                <a:spcPts val="1500"/>
              </a:spcAft>
              <a:buFont typeface="Arial" panose="020B0604020202020204" pitchFamily="34" charset="0"/>
              <a:buNone/>
            </a:pPr>
            <a:r>
              <a:rPr lang="en-US" b="0" i="0" dirty="0">
                <a:effectLst/>
                <a:latin typeface="+mn-lt"/>
              </a:rPr>
              <a:t>The CRISP-DM framework was employed for systematic model deployment, which facilitated real-time analysis and effective integration into clinical workflows.</a:t>
            </a:r>
          </a:p>
        </p:txBody>
      </p:sp>
      <p:sp>
        <p:nvSpPr>
          <p:cNvPr id="4" name="Slide Number Placeholder 3">
            <a:extLst>
              <a:ext uri="{FF2B5EF4-FFF2-40B4-BE49-F238E27FC236}">
                <a16:creationId xmlns:a16="http://schemas.microsoft.com/office/drawing/2014/main" id="{4568A0C4-3884-CCC0-CC8B-D6AB8910E1A3}"/>
              </a:ext>
            </a:extLst>
          </p:cNvPr>
          <p:cNvSpPr>
            <a:spLocks noGrp="1"/>
          </p:cNvSpPr>
          <p:nvPr>
            <p:ph type="sldNum" sz="quarter" idx="5"/>
          </p:nvPr>
        </p:nvSpPr>
        <p:spPr/>
        <p:txBody>
          <a:bodyPr/>
          <a:lstStyle/>
          <a:p>
            <a:fld id="{2E3DDFAF-7DD9-8E40-9CC4-B7911C011FBD}" type="slidenum">
              <a:rPr lang="en-US" smtClean="0"/>
              <a:t>19</a:t>
            </a:fld>
            <a:endParaRPr lang="en-US"/>
          </a:p>
        </p:txBody>
      </p:sp>
    </p:spTree>
    <p:extLst>
      <p:ext uri="{BB962C8B-B14F-4D97-AF65-F5344CB8AC3E}">
        <p14:creationId xmlns:p14="http://schemas.microsoft.com/office/powerpoint/2010/main" val="26996940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Bef>
                <a:spcPts val="1200"/>
              </a:spcBef>
              <a:spcAft>
                <a:spcPts val="1500"/>
              </a:spcAft>
              <a:buFont typeface="Arial" panose="020B0604020202020204" pitchFamily="34" charset="0"/>
              <a:buNone/>
            </a:pPr>
            <a:r>
              <a:rPr lang="en-US" b="1" i="0" dirty="0">
                <a:effectLst/>
                <a:latin typeface="+mn-lt"/>
              </a:rPr>
              <a:t>Key findings</a:t>
            </a:r>
            <a:r>
              <a:rPr lang="en-US" b="0" i="0" dirty="0">
                <a:effectLst/>
                <a:latin typeface="+mn-lt"/>
              </a:rPr>
              <a:t>: The study showed that NLP and DL methods work well for classifying patient symptoms from text and audio. High accuracy suggests these technologies can improve healthcare diagnosis.  </a:t>
            </a:r>
          </a:p>
          <a:p>
            <a:pPr algn="l">
              <a:spcBef>
                <a:spcPts val="1200"/>
              </a:spcBef>
              <a:spcAft>
                <a:spcPts val="1500"/>
              </a:spcAft>
              <a:buFont typeface="Arial" panose="020B0604020202020204" pitchFamily="34" charset="0"/>
              <a:buNone/>
            </a:pPr>
            <a:endParaRPr lang="en-US" b="0" i="0" dirty="0">
              <a:effectLst/>
              <a:latin typeface="+mn-lt"/>
            </a:endParaRPr>
          </a:p>
          <a:p>
            <a:pPr algn="l">
              <a:spcBef>
                <a:spcPts val="1200"/>
              </a:spcBef>
              <a:spcAft>
                <a:spcPts val="1500"/>
              </a:spcAft>
              <a:buFont typeface="Arial" panose="020B0604020202020204" pitchFamily="34" charset="0"/>
              <a:buNone/>
            </a:pPr>
            <a:r>
              <a:rPr lang="en-US" b="1" i="0" dirty="0">
                <a:effectLst/>
                <a:latin typeface="+mn-lt"/>
              </a:rPr>
              <a:t>Future Research</a:t>
            </a:r>
            <a:r>
              <a:rPr lang="en-US" b="0" i="0" dirty="0">
                <a:effectLst/>
                <a:latin typeface="+mn-lt"/>
              </a:rPr>
              <a:t>: Explore combining text, audio, and other data (like images) for better diagnostics. Improve models to make them easier to understand and address ethical issues in AI healthcare.</a:t>
            </a:r>
          </a:p>
        </p:txBody>
      </p:sp>
      <p:sp>
        <p:nvSpPr>
          <p:cNvPr id="4" name="Slide Number Placeholder 3"/>
          <p:cNvSpPr>
            <a:spLocks noGrp="1"/>
          </p:cNvSpPr>
          <p:nvPr>
            <p:ph type="sldNum" sz="quarter" idx="5"/>
          </p:nvPr>
        </p:nvSpPr>
        <p:spPr/>
        <p:txBody>
          <a:bodyPr/>
          <a:lstStyle/>
          <a:p>
            <a:fld id="{2E3DDFAF-7DD9-8E40-9CC4-B7911C011FBD}" type="slidenum">
              <a:rPr lang="en-US" smtClean="0"/>
              <a:t>20</a:t>
            </a:fld>
            <a:endParaRPr lang="en-US"/>
          </a:p>
        </p:txBody>
      </p:sp>
    </p:spTree>
    <p:extLst>
      <p:ext uri="{BB962C8B-B14F-4D97-AF65-F5344CB8AC3E}">
        <p14:creationId xmlns:p14="http://schemas.microsoft.com/office/powerpoint/2010/main" val="40053631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FF3C7-A5A3-3D92-99E0-949E3A8324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8A95DC-63A2-67B0-FDC6-A70A09AB09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3FD021-7E8A-71A7-4173-E51FD082F567}"/>
              </a:ext>
            </a:extLst>
          </p:cNvPr>
          <p:cNvSpPr>
            <a:spLocks noGrp="1"/>
          </p:cNvSpPr>
          <p:nvPr>
            <p:ph type="body" idx="1"/>
          </p:nvPr>
        </p:nvSpPr>
        <p:spPr/>
        <p:txBody>
          <a:bodyPr/>
          <a:lstStyle/>
          <a:p>
            <a:pPr marL="0" indent="0" algn="l">
              <a:spcBef>
                <a:spcPts val="1200"/>
              </a:spcBef>
              <a:spcAft>
                <a:spcPts val="1200"/>
              </a:spcAft>
              <a:buFont typeface="+mj-lt"/>
              <a:buNone/>
            </a:pPr>
            <a:r>
              <a:rPr lang="en-US" b="0" i="0" dirty="0">
                <a:effectLst/>
                <a:latin typeface="+mn-lt"/>
              </a:rPr>
              <a:t>The study evaluated multiple ML algorithms for audio classification, with the results. The study shows the precision, recall, and F1 scores for only two classifiers: Naive Bayes:</a:t>
            </a:r>
          </a:p>
          <a:p>
            <a:pPr marL="0" indent="0" algn="l">
              <a:spcBef>
                <a:spcPts val="1200"/>
              </a:spcBef>
              <a:spcAft>
                <a:spcPts val="1200"/>
              </a:spcAft>
              <a:buFont typeface="+mj-lt"/>
              <a:buNone/>
            </a:pPr>
            <a:r>
              <a:rPr lang="en-US" b="0" i="0" dirty="0">
                <a:effectLst/>
                <a:latin typeface="+mn-lt"/>
              </a:rPr>
              <a:t>Precision: 0.6</a:t>
            </a:r>
          </a:p>
          <a:p>
            <a:pPr marL="0" indent="0" algn="l">
              <a:spcBef>
                <a:spcPts val="1200"/>
              </a:spcBef>
              <a:spcAft>
                <a:spcPts val="1200"/>
              </a:spcAft>
              <a:buFont typeface="+mj-lt"/>
              <a:buNone/>
            </a:pPr>
            <a:r>
              <a:rPr lang="en-US" b="0" i="0" dirty="0">
                <a:effectLst/>
                <a:latin typeface="+mn-lt"/>
              </a:rPr>
              <a:t>Recall: 0.6</a:t>
            </a:r>
          </a:p>
          <a:p>
            <a:pPr marL="0" indent="0" algn="l">
              <a:spcBef>
                <a:spcPts val="1200"/>
              </a:spcBef>
              <a:spcAft>
                <a:spcPts val="1200"/>
              </a:spcAft>
              <a:buFont typeface="+mj-lt"/>
              <a:buNone/>
            </a:pPr>
            <a:r>
              <a:rPr lang="en-US" b="0" i="0" dirty="0">
                <a:effectLst/>
                <a:latin typeface="+mn-lt"/>
              </a:rPr>
              <a:t>F1-Score: 0.3</a:t>
            </a:r>
          </a:p>
          <a:p>
            <a:pPr marL="0" indent="0" algn="l">
              <a:spcBef>
                <a:spcPts val="1200"/>
              </a:spcBef>
              <a:spcAft>
                <a:spcPts val="1200"/>
              </a:spcAft>
              <a:buFont typeface="+mj-lt"/>
              <a:buNone/>
            </a:pPr>
            <a:r>
              <a:rPr lang="en-US" b="0" i="0" dirty="0">
                <a:effectLst/>
                <a:latin typeface="+mn-lt"/>
              </a:rPr>
              <a:t>True positive rate: 61.28%</a:t>
            </a:r>
          </a:p>
          <a:p>
            <a:pPr marL="0" indent="0" algn="l">
              <a:spcBef>
                <a:spcPts val="1200"/>
              </a:spcBef>
              <a:spcAft>
                <a:spcPts val="1200"/>
              </a:spcAft>
              <a:buFont typeface="+mj-lt"/>
              <a:buNone/>
            </a:pPr>
            <a:r>
              <a:rPr lang="en-US" b="0" i="0" dirty="0">
                <a:effectLst/>
                <a:latin typeface="+mn-lt"/>
              </a:rPr>
              <a:t>False negative rate: 38.73%</a:t>
            </a:r>
          </a:p>
          <a:p>
            <a:pPr marL="0" indent="0" algn="l">
              <a:spcBef>
                <a:spcPts val="1200"/>
              </a:spcBef>
              <a:spcAft>
                <a:spcPts val="1200"/>
              </a:spcAft>
              <a:buFont typeface="+mj-lt"/>
              <a:buNone/>
            </a:pPr>
            <a:endParaRPr lang="en-US" b="0" i="0" dirty="0">
              <a:effectLst/>
              <a:latin typeface="+mn-lt"/>
            </a:endParaRPr>
          </a:p>
          <a:p>
            <a:pPr marL="0" indent="0" algn="l">
              <a:spcBef>
                <a:spcPts val="1200"/>
              </a:spcBef>
              <a:spcAft>
                <a:spcPts val="1200"/>
              </a:spcAft>
              <a:buFont typeface="+mj-lt"/>
              <a:buNone/>
            </a:pPr>
            <a:r>
              <a:rPr lang="en-US" b="0" i="0" dirty="0">
                <a:effectLst/>
                <a:latin typeface="+mn-lt"/>
              </a:rPr>
              <a:t>SVMs:</a:t>
            </a:r>
          </a:p>
          <a:p>
            <a:pPr marL="0" indent="0" algn="l">
              <a:spcBef>
                <a:spcPts val="1200"/>
              </a:spcBef>
              <a:spcAft>
                <a:spcPts val="1200"/>
              </a:spcAft>
              <a:buFont typeface="+mj-lt"/>
              <a:buNone/>
            </a:pPr>
            <a:r>
              <a:rPr lang="en-US" b="0" i="0" dirty="0">
                <a:effectLst/>
                <a:latin typeface="+mn-lt"/>
              </a:rPr>
              <a:t>Precision: 0.7</a:t>
            </a:r>
          </a:p>
          <a:p>
            <a:pPr marL="0" indent="0" algn="l">
              <a:spcBef>
                <a:spcPts val="1200"/>
              </a:spcBef>
              <a:spcAft>
                <a:spcPts val="1200"/>
              </a:spcAft>
              <a:buFont typeface="+mj-lt"/>
              <a:buNone/>
            </a:pPr>
            <a:r>
              <a:rPr lang="en-US" b="0" i="0" dirty="0">
                <a:effectLst/>
                <a:latin typeface="+mn-lt"/>
              </a:rPr>
              <a:t>Recall: 0.7</a:t>
            </a:r>
          </a:p>
          <a:p>
            <a:pPr marL="0" indent="0" algn="l">
              <a:spcBef>
                <a:spcPts val="1200"/>
              </a:spcBef>
              <a:spcAft>
                <a:spcPts val="1200"/>
              </a:spcAft>
              <a:buFont typeface="+mj-lt"/>
              <a:buNone/>
            </a:pPr>
            <a:r>
              <a:rPr lang="en-US" b="0" i="0" dirty="0">
                <a:effectLst/>
                <a:latin typeface="+mn-lt"/>
              </a:rPr>
              <a:t>F1-Score: 0.3</a:t>
            </a:r>
          </a:p>
          <a:p>
            <a:pPr marL="0" indent="0" algn="l">
              <a:spcBef>
                <a:spcPts val="1200"/>
              </a:spcBef>
              <a:spcAft>
                <a:spcPts val="1200"/>
              </a:spcAft>
              <a:buFont typeface="+mj-lt"/>
              <a:buNone/>
            </a:pPr>
            <a:r>
              <a:rPr lang="en-US" b="0" i="0" dirty="0">
                <a:effectLst/>
                <a:latin typeface="+mn-lt"/>
              </a:rPr>
              <a:t>True positive rate: 79.66%</a:t>
            </a:r>
          </a:p>
          <a:p>
            <a:pPr marL="0" indent="0" algn="l">
              <a:spcBef>
                <a:spcPts val="1200"/>
              </a:spcBef>
              <a:spcAft>
                <a:spcPts val="1200"/>
              </a:spcAft>
              <a:buFont typeface="+mj-lt"/>
              <a:buNone/>
            </a:pPr>
            <a:r>
              <a:rPr lang="en-US" b="0" i="0" dirty="0">
                <a:effectLst/>
                <a:latin typeface="+mn-lt"/>
              </a:rPr>
              <a:t>False negative rate: 20.34%.</a:t>
            </a:r>
          </a:p>
          <a:p>
            <a:pPr marL="0" indent="0" algn="l">
              <a:spcBef>
                <a:spcPts val="1200"/>
              </a:spcBef>
              <a:spcAft>
                <a:spcPts val="1200"/>
              </a:spcAft>
              <a:buFont typeface="+mj-lt"/>
              <a:buNone/>
            </a:pPr>
            <a:endParaRPr lang="en-US" b="0" i="0" dirty="0">
              <a:effectLst/>
              <a:latin typeface="+mn-lt"/>
            </a:endParaRPr>
          </a:p>
          <a:p>
            <a:pPr marL="0" indent="0" algn="l">
              <a:spcBef>
                <a:spcPts val="1200"/>
              </a:spcBef>
              <a:spcAft>
                <a:spcPts val="1200"/>
              </a:spcAft>
              <a:buFont typeface="+mj-lt"/>
              <a:buNone/>
            </a:pPr>
            <a:r>
              <a:rPr lang="en-US" b="0" i="0" dirty="0">
                <a:effectLst/>
                <a:latin typeface="+mn-lt"/>
              </a:rPr>
              <a:t>The audio classification study shows that while these two classifiers have produced better results in classifying medical ailment symptoms, they are "too far from achieving highly accurate performance." The research suggests that proper mechanisms need to be identified to improve classifier performance.</a:t>
            </a:r>
          </a:p>
          <a:p>
            <a:pPr marL="0" indent="0" algn="l">
              <a:spcBef>
                <a:spcPts val="1200"/>
              </a:spcBef>
              <a:spcAft>
                <a:spcPts val="1200"/>
              </a:spcAft>
              <a:buFont typeface="+mj-lt"/>
              <a:buNone/>
            </a:pPr>
            <a:r>
              <a:rPr lang="en-US" b="0" i="0" dirty="0">
                <a:effectLst/>
                <a:latin typeface="+mn-lt"/>
              </a:rPr>
              <a:t>XGBoost and Random Forest were identified as the most effective algorithms for audio classification, achieving the highest accuracy with minimal misclassification according to the confusion matrix analysis. The study shows that "3-Fold Cross-Validation" was used in model evaluation, with an average accuracy across all folds of 0.87666666666666.</a:t>
            </a:r>
          </a:p>
        </p:txBody>
      </p:sp>
      <p:sp>
        <p:nvSpPr>
          <p:cNvPr id="4" name="Slide Number Placeholder 3">
            <a:extLst>
              <a:ext uri="{FF2B5EF4-FFF2-40B4-BE49-F238E27FC236}">
                <a16:creationId xmlns:a16="http://schemas.microsoft.com/office/drawing/2014/main" id="{CD131001-B3B6-D261-8FF1-C472105D4354}"/>
              </a:ext>
            </a:extLst>
          </p:cNvPr>
          <p:cNvSpPr>
            <a:spLocks noGrp="1"/>
          </p:cNvSpPr>
          <p:nvPr>
            <p:ph type="sldNum" sz="quarter" idx="5"/>
          </p:nvPr>
        </p:nvSpPr>
        <p:spPr/>
        <p:txBody>
          <a:bodyPr/>
          <a:lstStyle/>
          <a:p>
            <a:fld id="{2E3DDFAF-7DD9-8E40-9CC4-B7911C011FBD}" type="slidenum">
              <a:rPr lang="en-US" smtClean="0"/>
              <a:t>21</a:t>
            </a:fld>
            <a:endParaRPr lang="en-US"/>
          </a:p>
        </p:txBody>
      </p:sp>
    </p:spTree>
    <p:extLst>
      <p:ext uri="{BB962C8B-B14F-4D97-AF65-F5344CB8AC3E}">
        <p14:creationId xmlns:p14="http://schemas.microsoft.com/office/powerpoint/2010/main" val="21435872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66DF6-0987-4252-F257-7116EF1CA6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9089F-02B4-CBEF-DEF9-C876354221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E28E94-5AA5-12DA-F0D6-83AE621B2486}"/>
              </a:ext>
            </a:extLst>
          </p:cNvPr>
          <p:cNvSpPr>
            <a:spLocks noGrp="1"/>
          </p:cNvSpPr>
          <p:nvPr>
            <p:ph type="body" idx="1"/>
          </p:nvPr>
        </p:nvSpPr>
        <p:spPr/>
        <p:txBody>
          <a:bodyPr/>
          <a:lstStyle/>
          <a:p>
            <a:pPr algn="l">
              <a:spcAft>
                <a:spcPts val="1200"/>
              </a:spcAft>
              <a:buNone/>
            </a:pPr>
            <a:r>
              <a:rPr lang="en-US" b="0" i="0" dirty="0">
                <a:effectLst/>
                <a:latin typeface="DM Sans" pitchFamily="2" charset="0"/>
              </a:rPr>
              <a:t>The classification reports for the best performing models showed excellent results:</a:t>
            </a:r>
          </a:p>
          <a:p>
            <a:pPr algn="l">
              <a:spcAft>
                <a:spcPts val="1200"/>
              </a:spcAft>
              <a:buNone/>
            </a:pPr>
            <a:r>
              <a:rPr lang="en-US" b="0" i="0" dirty="0">
                <a:effectLst/>
                <a:latin typeface="DM Sans" pitchFamily="2" charset="0"/>
              </a:rPr>
              <a:t>For the highest performing models (SVM and Logistic Regression), the study showing the classification reports showed precision, recall, and F1-score had an accuracy of 100%.</a:t>
            </a:r>
          </a:p>
          <a:p>
            <a:pPr algn="l">
              <a:spcAft>
                <a:spcPts val="1200"/>
              </a:spcAft>
              <a:buNone/>
            </a:pPr>
            <a:r>
              <a:rPr lang="en-US" b="0" i="0" dirty="0">
                <a:effectLst/>
                <a:latin typeface="DM Sans" pitchFamily="2" charset="0"/>
              </a:rPr>
              <a:t>The macro average and weighted average across all categories showed an F1-score of 0.97, indicating similar accuracy in diagnosing both common and rare conditions.</a:t>
            </a:r>
          </a:p>
          <a:p>
            <a:pPr algn="l">
              <a:spcAft>
                <a:spcPts val="1200"/>
              </a:spcAft>
              <a:buNone/>
            </a:pPr>
            <a:r>
              <a:rPr lang="en-US" b="0" i="0" dirty="0">
                <a:effectLst/>
                <a:latin typeface="DM Sans" pitchFamily="2" charset="0"/>
              </a:rPr>
              <a:t>For specific symptoms like Acne, Cough, Blurry vision, and feeling cold, the models achieved precision, recall, and F1-scores approaching 1.00, revealing almost perfect identification and prediction of these conditions.</a:t>
            </a:r>
          </a:p>
          <a:p>
            <a:pPr algn="l">
              <a:spcAft>
                <a:spcPts val="1200"/>
              </a:spcAft>
              <a:buNone/>
            </a:pPr>
            <a:r>
              <a:rPr lang="en-US" b="0" i="0" dirty="0">
                <a:effectLst/>
                <a:latin typeface="DM Sans" pitchFamily="2" charset="0"/>
              </a:rPr>
              <a:t>For some phrases like "Heart hurts," "Muscle pain," and "sports injury," precision and recall ratios were somewhat lower, around 0.88 to 0.96.</a:t>
            </a:r>
          </a:p>
          <a:p>
            <a:pPr algn="l">
              <a:spcAft>
                <a:spcPts val="1200"/>
              </a:spcAft>
              <a:buNone/>
            </a:pPr>
            <a:endParaRPr lang="en-US" b="0" i="0" dirty="0">
              <a:effectLst/>
              <a:latin typeface="DM Sans" pitchFamily="2" charset="0"/>
            </a:endParaRPr>
          </a:p>
          <a:p>
            <a:pPr algn="l">
              <a:spcAft>
                <a:spcPts val="1200"/>
              </a:spcAft>
              <a:buNone/>
            </a:pPr>
            <a:r>
              <a:rPr lang="en-US" b="1" i="0" dirty="0">
                <a:effectLst/>
                <a:latin typeface="DM Sans" pitchFamily="2" charset="0"/>
              </a:rPr>
              <a:t>Model Performance Analysis</a:t>
            </a:r>
          </a:p>
          <a:p>
            <a:pPr algn="l">
              <a:spcAft>
                <a:spcPts val="1200"/>
              </a:spcAft>
              <a:buNone/>
            </a:pPr>
            <a:endParaRPr lang="en-US" b="0" i="0" dirty="0">
              <a:effectLst/>
              <a:latin typeface="DM Sans" pitchFamily="2" charset="0"/>
            </a:endParaRPr>
          </a:p>
          <a:p>
            <a:pPr algn="l">
              <a:spcAft>
                <a:spcPts val="1200"/>
              </a:spcAft>
              <a:buNone/>
            </a:pPr>
            <a:r>
              <a:rPr lang="en-US" b="0" i="0" dirty="0">
                <a:effectLst/>
                <a:latin typeface="DM Sans" pitchFamily="2" charset="0"/>
              </a:rPr>
              <a:t>The text </a:t>
            </a:r>
            <a:r>
              <a:rPr lang="en-US" b="0" i="0" dirty="0">
                <a:effectLst/>
                <a:latin typeface="+mn-lt"/>
              </a:rPr>
              <a:t>classification </a:t>
            </a:r>
            <a:r>
              <a:rPr lang="en-US" b="0" i="0" dirty="0">
                <a:effectLst/>
                <a:latin typeface="DM Sans" pitchFamily="2" charset="0"/>
              </a:rPr>
              <a:t>study utilized 3-fold cross-validation, with the average accuracy across all folds being 0.87666666666666. The validation accuracy score was 99.5%, while the training accuracy score was 99.8%, indicating minimal overfitting.</a:t>
            </a:r>
          </a:p>
          <a:p>
            <a:pPr algn="l">
              <a:spcAft>
                <a:spcPts val="1200"/>
              </a:spcAft>
              <a:buNone/>
            </a:pPr>
            <a:r>
              <a:rPr lang="en-US" b="0" i="0" dirty="0">
                <a:effectLst/>
                <a:latin typeface="DM Sans" pitchFamily="2" charset="0"/>
              </a:rPr>
              <a:t>The study notes that "Random Forest and Decision Tree demonstrated that the datasets adopted fit for purpose as they achieved higher accuracy," highlighting that these classifiers performed well and would enhance the applications' implementation approaches. The study concludes that these text classification models are highly effective for classifying symptoms from medical data. They could significantly improve medical diagnosis and enhance effectiveness in handling patients' diseases.</a:t>
            </a:r>
          </a:p>
          <a:p>
            <a:pPr algn="l">
              <a:spcAft>
                <a:spcPts val="1200"/>
              </a:spcAft>
              <a:buNone/>
            </a:pPr>
            <a:endParaRPr lang="en-US" b="0" i="0" dirty="0">
              <a:effectLst/>
              <a:latin typeface="DM Sans" pitchFamily="2" charset="0"/>
            </a:endParaRPr>
          </a:p>
        </p:txBody>
      </p:sp>
      <p:sp>
        <p:nvSpPr>
          <p:cNvPr id="4" name="Slide Number Placeholder 3">
            <a:extLst>
              <a:ext uri="{FF2B5EF4-FFF2-40B4-BE49-F238E27FC236}">
                <a16:creationId xmlns:a16="http://schemas.microsoft.com/office/drawing/2014/main" id="{F85E83CE-5A1E-7B13-579C-F1049D3DEFDC}"/>
              </a:ext>
            </a:extLst>
          </p:cNvPr>
          <p:cNvSpPr>
            <a:spLocks noGrp="1"/>
          </p:cNvSpPr>
          <p:nvPr>
            <p:ph type="sldNum" sz="quarter" idx="5"/>
          </p:nvPr>
        </p:nvSpPr>
        <p:spPr/>
        <p:txBody>
          <a:bodyPr/>
          <a:lstStyle/>
          <a:p>
            <a:fld id="{2E3DDFAF-7DD9-8E40-9CC4-B7911C011FBD}" type="slidenum">
              <a:rPr lang="en-US" smtClean="0"/>
              <a:t>22</a:t>
            </a:fld>
            <a:endParaRPr lang="en-US"/>
          </a:p>
        </p:txBody>
      </p:sp>
    </p:spTree>
    <p:extLst>
      <p:ext uri="{BB962C8B-B14F-4D97-AF65-F5344CB8AC3E}">
        <p14:creationId xmlns:p14="http://schemas.microsoft.com/office/powerpoint/2010/main" val="37105902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The study showed these programs are accurate enough to be useful in hospitals and clinics. Some things affected the results, like the quality of patient data used to train the computer and differences in how people describe their symptoms. The findings match what other researchers have found - that these AI tools can help with medical diagnosis. However, there were some differences when compared to other studies, possibly because of different research methods or patient groups. More research is still needed to better understand how these AI tools can help doctors in different situations. Overall, hospitals should consider using these tools to improve patient care.</a:t>
            </a:r>
          </a:p>
        </p:txBody>
      </p:sp>
      <p:sp>
        <p:nvSpPr>
          <p:cNvPr id="4" name="Slide Number Placeholder 3"/>
          <p:cNvSpPr>
            <a:spLocks noGrp="1"/>
          </p:cNvSpPr>
          <p:nvPr>
            <p:ph type="sldNum" sz="quarter" idx="5"/>
          </p:nvPr>
        </p:nvSpPr>
        <p:spPr/>
        <p:txBody>
          <a:bodyPr/>
          <a:lstStyle/>
          <a:p>
            <a:fld id="{2E3DDFAF-7DD9-8E40-9CC4-B7911C011FBD}" type="slidenum">
              <a:rPr lang="en-US" smtClean="0"/>
              <a:t>23</a:t>
            </a:fld>
            <a:endParaRPr lang="en-US"/>
          </a:p>
        </p:txBody>
      </p:sp>
    </p:spTree>
    <p:extLst>
      <p:ext uri="{BB962C8B-B14F-4D97-AF65-F5344CB8AC3E}">
        <p14:creationId xmlns:p14="http://schemas.microsoft.com/office/powerpoint/2010/main" val="33739790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mn-lt"/>
              </a:rPr>
              <a:t>This study recommends three main actions based on its findings: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mn-lt"/>
              </a:rPr>
              <a:t>First, hospitals should use AI computing that can read patient notes to help doctors make diagnoses. These programs were 85% accurate in identifying symptoms.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mn-lt"/>
              </a:rPr>
              <a:t>Second, doctors and nurses need regular training to feel comfortable using these new AI powered tools. When healthcare workers understand the technology, they can use it better.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mn-lt"/>
              </a:rPr>
              <a:t>Third, hospitals should collect both written notes and voice recordings from patients because using both types of information leads to more accurate diagnoses. However, more research is needed before these tools can be used everywhere.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mn-lt"/>
              </a:rPr>
              <a:t>These recommendations can help improve healthcare by making diagnoses faster and more accurate, which means better treatment for patients.</a:t>
            </a:r>
          </a:p>
        </p:txBody>
      </p:sp>
      <p:sp>
        <p:nvSpPr>
          <p:cNvPr id="4" name="Slide Number Placeholder 3"/>
          <p:cNvSpPr>
            <a:spLocks noGrp="1"/>
          </p:cNvSpPr>
          <p:nvPr>
            <p:ph type="sldNum" sz="quarter" idx="5"/>
          </p:nvPr>
        </p:nvSpPr>
        <p:spPr/>
        <p:txBody>
          <a:bodyPr/>
          <a:lstStyle/>
          <a:p>
            <a:fld id="{2E3DDFAF-7DD9-8E40-9CC4-B7911C011FBD}" type="slidenum">
              <a:rPr lang="en-US" smtClean="0"/>
              <a:t>24</a:t>
            </a:fld>
            <a:endParaRPr lang="en-US"/>
          </a:p>
        </p:txBody>
      </p:sp>
    </p:spTree>
    <p:extLst>
      <p:ext uri="{BB962C8B-B14F-4D97-AF65-F5344CB8AC3E}">
        <p14:creationId xmlns:p14="http://schemas.microsoft.com/office/powerpoint/2010/main" val="35270859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DFDFDF"/>
                </a:solidFill>
                <a:effectLst/>
                <a:latin typeface="+mn-lt"/>
              </a:rPr>
              <a:t>This study has some limitations: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DFDFDF"/>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DFDFDF"/>
                </a:solidFill>
                <a:effectLst/>
                <a:latin typeface="+mn-lt"/>
              </a:rPr>
              <a:t>To handle data quality issues… strict rules and cleaning steps were used.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DFDFDF"/>
                </a:solidFill>
                <a:effectLst/>
                <a:latin typeface="+mn-lt"/>
              </a:rPr>
              <a:t>To make the results more widely applicable… data from different sources were included.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DFDFDF"/>
                </a:solidFill>
                <a:effectLst/>
                <a:latin typeface="+mn-lt"/>
              </a:rPr>
              <a:t>While the study used a large amount of data… some groups might not be fully represented.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DFDFDF"/>
              </a:solidFill>
              <a:effectLst/>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DFDFDF"/>
                </a:solidFill>
                <a:effectLst/>
                <a:latin typeface="+mn-lt"/>
              </a:rPr>
              <a:t>Finaly, technology limits were managed by using cloud tools and updated software. Possible biases were reduced with automated methods and cross-checking. Time limits prevented long-term analysis, which is recommended for future work. Ethical concerns about patient data were addressed by following IRB guidelines.</a:t>
            </a:r>
          </a:p>
        </p:txBody>
      </p:sp>
      <p:sp>
        <p:nvSpPr>
          <p:cNvPr id="4" name="Slide Number Placeholder 3"/>
          <p:cNvSpPr>
            <a:spLocks noGrp="1"/>
          </p:cNvSpPr>
          <p:nvPr>
            <p:ph type="sldNum" sz="quarter" idx="5"/>
          </p:nvPr>
        </p:nvSpPr>
        <p:spPr/>
        <p:txBody>
          <a:bodyPr/>
          <a:lstStyle/>
          <a:p>
            <a:fld id="{2E3DDFAF-7DD9-8E40-9CC4-B7911C011FBD}" type="slidenum">
              <a:rPr lang="en-US" smtClean="0"/>
              <a:t>25</a:t>
            </a:fld>
            <a:endParaRPr lang="en-US"/>
          </a:p>
        </p:txBody>
      </p:sp>
    </p:spTree>
    <p:extLst>
      <p:ext uri="{BB962C8B-B14F-4D97-AF65-F5344CB8AC3E}">
        <p14:creationId xmlns:p14="http://schemas.microsoft.com/office/powerpoint/2010/main" val="31779583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2000" b="0" dirty="0">
                <a:latin typeface="+mn-lt"/>
              </a:rPr>
              <a:t>For future research on AI powered tools that analyze patient textual data, and audio data the study recommend three important steps.</a:t>
            </a:r>
          </a:p>
          <a:p>
            <a:pPr marL="0" indent="0">
              <a:buNone/>
            </a:pPr>
            <a:endParaRPr lang="en-US" sz="2000" b="0" dirty="0">
              <a:latin typeface="+mn-lt"/>
            </a:endParaRPr>
          </a:p>
          <a:p>
            <a:pPr marL="0" indent="0">
              <a:buNone/>
            </a:pPr>
            <a:r>
              <a:rPr lang="en-US" sz="2000" b="0" dirty="0">
                <a:latin typeface="+mn-lt"/>
              </a:rPr>
              <a:t>First, test these AI powered tools with many different types of patients (like different ages, backgrounds, and illnesses) to make sure they work well for everyone.</a:t>
            </a:r>
          </a:p>
          <a:p>
            <a:pPr marL="0" indent="0">
              <a:buNone/>
            </a:pPr>
            <a:r>
              <a:rPr lang="en-US" sz="2000" b="0" dirty="0">
                <a:latin typeface="+mn-lt"/>
              </a:rPr>
              <a:t>Second, study how these AI powered tools help patients over many months or years, not just present time. This will show if they really improve healthcare in the long run.</a:t>
            </a:r>
          </a:p>
          <a:p>
            <a:pPr marL="0" indent="0">
              <a:buNone/>
            </a:pPr>
            <a:r>
              <a:rPr lang="en-US" sz="2000" b="0" dirty="0">
                <a:latin typeface="+mn-lt"/>
              </a:rPr>
              <a:t>Third, try using newer and more advanced AI algorithms to make these tools even more accurate.</a:t>
            </a:r>
          </a:p>
          <a:p>
            <a:pPr marL="0" indent="0">
              <a:buNone/>
            </a:pPr>
            <a:endParaRPr lang="en-US" sz="2000" b="0" dirty="0">
              <a:latin typeface="+mn-lt"/>
            </a:endParaRPr>
          </a:p>
          <a:p>
            <a:pPr marL="0" indent="0">
              <a:buNone/>
            </a:pPr>
            <a:r>
              <a:rPr lang="en-US" sz="2000" b="0" dirty="0">
                <a:latin typeface="+mn-lt"/>
              </a:rPr>
              <a:t>These recommendations will help make AI powered tools better at helping doctors diagnose patients correctly, which can improve healthcare for people who speak different languages or come from different cultures.</a:t>
            </a:r>
          </a:p>
          <a:p>
            <a:pPr marL="0" indent="0">
              <a:buNone/>
            </a:pPr>
            <a:endParaRPr lang="en-US" sz="2000" b="0" dirty="0">
              <a:latin typeface="+mn-lt"/>
            </a:endParaRPr>
          </a:p>
          <a:p>
            <a:pPr marL="0" indent="0">
              <a:buNone/>
            </a:pPr>
            <a:r>
              <a:rPr lang="en-US" sz="2000" b="0" dirty="0">
                <a:latin typeface="+mn-lt"/>
              </a:rPr>
              <a:t>We envision the NLP and DL models can be integrated into Electronic Health Record (EHR) systems to assist healthcare providers in analyzing patient symptoms from text and audio data.</a:t>
            </a:r>
          </a:p>
          <a:p>
            <a:pPr marL="0" indent="0">
              <a:buNone/>
            </a:pPr>
            <a:endParaRPr lang="en-US" sz="2000" b="0" dirty="0">
              <a:latin typeface="+mn-lt"/>
            </a:endParaRPr>
          </a:p>
          <a:p>
            <a:pPr marL="0" indent="0">
              <a:buNone/>
            </a:pPr>
            <a:r>
              <a:rPr lang="en-US" sz="2000" b="0" dirty="0">
                <a:latin typeface="+mn-lt"/>
              </a:rPr>
              <a:t>This would streamline the diagnostic process, reduce delays, and improve treatment accuracy. Additionally, the models can be used in telemedicine platforms to enhance remote patient monitoring and diagnosis.</a:t>
            </a:r>
          </a:p>
        </p:txBody>
      </p:sp>
      <p:sp>
        <p:nvSpPr>
          <p:cNvPr id="4" name="Slide Number Placeholder 3"/>
          <p:cNvSpPr>
            <a:spLocks noGrp="1"/>
          </p:cNvSpPr>
          <p:nvPr>
            <p:ph type="sldNum" sz="quarter" idx="5"/>
          </p:nvPr>
        </p:nvSpPr>
        <p:spPr/>
        <p:txBody>
          <a:bodyPr/>
          <a:lstStyle/>
          <a:p>
            <a:fld id="{2E3DDFAF-7DD9-8E40-9CC4-B7911C011FBD}" type="slidenum">
              <a:rPr lang="en-US" smtClean="0"/>
              <a:t>26</a:t>
            </a:fld>
            <a:endParaRPr lang="en-US"/>
          </a:p>
        </p:txBody>
      </p:sp>
    </p:spTree>
    <p:extLst>
      <p:ext uri="{BB962C8B-B14F-4D97-AF65-F5344CB8AC3E}">
        <p14:creationId xmlns:p14="http://schemas.microsoft.com/office/powerpoint/2010/main" val="4359406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mn-lt"/>
              </a:rPr>
              <a:t>This study found that </a:t>
            </a:r>
            <a:r>
              <a:rPr lang="en-US" sz="1200" b="0" dirty="0">
                <a:latin typeface="+mn-lt"/>
              </a:rPr>
              <a:t>AI powered tools </a:t>
            </a:r>
            <a:r>
              <a:rPr lang="en-US" b="0" dirty="0">
                <a:latin typeface="+mn-lt"/>
              </a:rPr>
              <a:t>analyze patient textual data with NLP and audio data with DL can greatly improve how doctors diagnose health problems. The research shows these tools give fast and accurate results when identifying patient symptoms. This matches what other researchers have discovered about using AI in healthcare. The most important message is that these </a:t>
            </a:r>
            <a:r>
              <a:rPr lang="en-US" sz="1200" b="0" dirty="0">
                <a:latin typeface="+mn-lt"/>
              </a:rPr>
              <a:t>AI powered tools for patent </a:t>
            </a:r>
            <a:r>
              <a:rPr lang="en-US" b="0" dirty="0">
                <a:latin typeface="+mn-lt"/>
              </a:rPr>
              <a:t>diagnoses can make big improvements in how doctors diagnose patients. For the future, researchers should test these tools with many different types of patients, study how well they work over longer periods, and use newer built-in </a:t>
            </a:r>
            <a:r>
              <a:rPr lang="en-US" sz="1200" b="0" dirty="0">
                <a:latin typeface="+mn-lt"/>
              </a:rPr>
              <a:t>AI powered tools</a:t>
            </a:r>
            <a:r>
              <a:rPr lang="en-US" b="0" dirty="0">
                <a:latin typeface="+mn-lt"/>
              </a:rPr>
              <a:t> methods to make them even better as API (Application Programming Interface) is a set of rules and protocols that allows different software applications to communicate and exchange data. This research helps show that these technology tools should be used more widely in hospitals and clinics to improve patient care.</a:t>
            </a:r>
          </a:p>
        </p:txBody>
      </p:sp>
      <p:sp>
        <p:nvSpPr>
          <p:cNvPr id="4" name="Slide Number Placeholder 3"/>
          <p:cNvSpPr>
            <a:spLocks noGrp="1"/>
          </p:cNvSpPr>
          <p:nvPr>
            <p:ph type="sldNum" sz="quarter" idx="5"/>
          </p:nvPr>
        </p:nvSpPr>
        <p:spPr/>
        <p:txBody>
          <a:bodyPr/>
          <a:lstStyle/>
          <a:p>
            <a:fld id="{2E3DDFAF-7DD9-8E40-9CC4-B7911C011FBD}" type="slidenum">
              <a:rPr lang="en-US" smtClean="0"/>
              <a:t>27</a:t>
            </a:fld>
            <a:endParaRPr lang="en-US"/>
          </a:p>
        </p:txBody>
      </p:sp>
    </p:spTree>
    <p:extLst>
      <p:ext uri="{BB962C8B-B14F-4D97-AF65-F5344CB8AC3E}">
        <p14:creationId xmlns:p14="http://schemas.microsoft.com/office/powerpoint/2010/main" val="39187338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Are there any questions?</a:t>
            </a:r>
          </a:p>
        </p:txBody>
      </p:sp>
      <p:sp>
        <p:nvSpPr>
          <p:cNvPr id="4" name="Slide Number Placeholder 3"/>
          <p:cNvSpPr>
            <a:spLocks noGrp="1"/>
          </p:cNvSpPr>
          <p:nvPr>
            <p:ph type="sldNum" sz="quarter" idx="5"/>
          </p:nvPr>
        </p:nvSpPr>
        <p:spPr/>
        <p:txBody>
          <a:bodyPr/>
          <a:lstStyle/>
          <a:p>
            <a:fld id="{2E3DDFAF-7DD9-8E40-9CC4-B7911C011FBD}" type="slidenum">
              <a:rPr lang="en-US" smtClean="0"/>
              <a:t>28</a:t>
            </a:fld>
            <a:endParaRPr lang="en-US"/>
          </a:p>
        </p:txBody>
      </p:sp>
    </p:spTree>
    <p:extLst>
      <p:ext uri="{BB962C8B-B14F-4D97-AF65-F5344CB8AC3E}">
        <p14:creationId xmlns:p14="http://schemas.microsoft.com/office/powerpoint/2010/main" val="21050882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3DDFAF-7DD9-8E40-9CC4-B7911C011FBD}" type="slidenum">
              <a:rPr lang="en-US" smtClean="0"/>
              <a:t>29</a:t>
            </a:fld>
            <a:endParaRPr lang="en-US"/>
          </a:p>
        </p:txBody>
      </p:sp>
    </p:spTree>
    <p:extLst>
      <p:ext uri="{BB962C8B-B14F-4D97-AF65-F5344CB8AC3E}">
        <p14:creationId xmlns:p14="http://schemas.microsoft.com/office/powerpoint/2010/main" val="11795418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A6F561BD-66CC-1E4B-81C1-055DEFC834E3}"/>
              </a:ext>
            </a:extLst>
          </p:cNvPr>
          <p:cNvSpPr>
            <a:spLocks noGrp="1"/>
          </p:cNvSpPr>
          <p:nvPr>
            <p:ph type="body" sz="quarter" idx="10" hasCustomPrompt="1"/>
          </p:nvPr>
        </p:nvSpPr>
        <p:spPr>
          <a:xfrm>
            <a:off x="4431445" y="2952400"/>
            <a:ext cx="7090687" cy="510327"/>
          </a:xfrm>
          <a:prstGeom prst="rect">
            <a:avLst/>
          </a:prstGeom>
        </p:spPr>
        <p:txBody>
          <a:bodyPr/>
          <a:lstStyle>
            <a:lvl1pPr marL="0" indent="0">
              <a:lnSpc>
                <a:spcPct val="100000"/>
              </a:lnSpc>
              <a:buNone/>
              <a:defRPr sz="3500" b="1"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HEADLINE</a:t>
            </a:r>
          </a:p>
        </p:txBody>
      </p:sp>
      <p:sp>
        <p:nvSpPr>
          <p:cNvPr id="12" name="Text Placeholder 4">
            <a:extLst>
              <a:ext uri="{FF2B5EF4-FFF2-40B4-BE49-F238E27FC236}">
                <a16:creationId xmlns:a16="http://schemas.microsoft.com/office/drawing/2014/main" id="{5D04E882-8A4A-2146-9EA0-F6E17AF1E7AB}"/>
              </a:ext>
            </a:extLst>
          </p:cNvPr>
          <p:cNvSpPr>
            <a:spLocks noGrp="1"/>
          </p:cNvSpPr>
          <p:nvPr>
            <p:ph type="body" sz="quarter" idx="11" hasCustomPrompt="1"/>
          </p:nvPr>
        </p:nvSpPr>
        <p:spPr>
          <a:xfrm>
            <a:off x="4431445" y="3462727"/>
            <a:ext cx="7090679" cy="451445"/>
          </a:xfrm>
          <a:prstGeom prst="rect">
            <a:avLst/>
          </a:prstGeom>
        </p:spPr>
        <p:txBody>
          <a:bodyPr/>
          <a:lstStyle>
            <a:lvl1pPr marL="0" indent="0">
              <a:lnSpc>
                <a:spcPct val="100000"/>
              </a:lnSpc>
              <a:buNone/>
              <a:defRPr sz="2400" b="0" i="0">
                <a:solidFill>
                  <a:srgbClr val="23BDC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 headline</a:t>
            </a:r>
          </a:p>
        </p:txBody>
      </p:sp>
      <p:cxnSp>
        <p:nvCxnSpPr>
          <p:cNvPr id="3" name="Straight Connector 2">
            <a:extLst>
              <a:ext uri="{FF2B5EF4-FFF2-40B4-BE49-F238E27FC236}">
                <a16:creationId xmlns:a16="http://schemas.microsoft.com/office/drawing/2014/main" id="{6B686245-579A-384D-B4F3-54028CD8C2C3}"/>
              </a:ext>
            </a:extLst>
          </p:cNvPr>
          <p:cNvCxnSpPr/>
          <p:nvPr userDrawn="1"/>
        </p:nvCxnSpPr>
        <p:spPr>
          <a:xfrm>
            <a:off x="3997843" y="2721935"/>
            <a:ext cx="0" cy="141413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Picture 7" descr="Text, logo&#10;&#10;Description automatically generated with medium confidence">
            <a:extLst>
              <a:ext uri="{FF2B5EF4-FFF2-40B4-BE49-F238E27FC236}">
                <a16:creationId xmlns:a16="http://schemas.microsoft.com/office/drawing/2014/main" id="{332770AC-1EC2-4D57-01D3-EB103EB9E36C}"/>
              </a:ext>
            </a:extLst>
          </p:cNvPr>
          <p:cNvPicPr>
            <a:picLocks noChangeAspect="1"/>
          </p:cNvPicPr>
          <p:nvPr userDrawn="1"/>
        </p:nvPicPr>
        <p:blipFill>
          <a:blip r:embed="rId2"/>
          <a:stretch>
            <a:fillRect/>
          </a:stretch>
        </p:blipFill>
        <p:spPr>
          <a:xfrm>
            <a:off x="333579" y="2764718"/>
            <a:ext cx="3579990" cy="1328564"/>
          </a:xfrm>
          <a:prstGeom prst="rect">
            <a:avLst/>
          </a:prstGeom>
        </p:spPr>
      </p:pic>
    </p:spTree>
    <p:extLst>
      <p:ext uri="{BB962C8B-B14F-4D97-AF65-F5344CB8AC3E}">
        <p14:creationId xmlns:p14="http://schemas.microsoft.com/office/powerpoint/2010/main" val="1288349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B686245-579A-384D-B4F3-54028CD8C2C3}"/>
              </a:ext>
            </a:extLst>
          </p:cNvPr>
          <p:cNvCxnSpPr/>
          <p:nvPr userDrawn="1"/>
        </p:nvCxnSpPr>
        <p:spPr>
          <a:xfrm>
            <a:off x="3997843" y="2721935"/>
            <a:ext cx="0" cy="141413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4">
            <a:extLst>
              <a:ext uri="{FF2B5EF4-FFF2-40B4-BE49-F238E27FC236}">
                <a16:creationId xmlns:a16="http://schemas.microsoft.com/office/drawing/2014/main" id="{BA9845DE-E731-6340-9992-8BB901DA69ED}"/>
              </a:ext>
            </a:extLst>
          </p:cNvPr>
          <p:cNvSpPr>
            <a:spLocks noGrp="1"/>
          </p:cNvSpPr>
          <p:nvPr>
            <p:ph type="body" sz="quarter" idx="10" hasCustomPrompt="1"/>
          </p:nvPr>
        </p:nvSpPr>
        <p:spPr>
          <a:xfrm>
            <a:off x="4431445" y="2944905"/>
            <a:ext cx="7090687" cy="510327"/>
          </a:xfrm>
          <a:prstGeom prst="rect">
            <a:avLst/>
          </a:prstGeom>
        </p:spPr>
        <p:txBody>
          <a:bodyPr/>
          <a:lstStyle>
            <a:lvl1pPr marL="0" indent="0">
              <a:lnSpc>
                <a:spcPct val="100000"/>
              </a:lnSpc>
              <a:buNone/>
              <a:defRPr sz="35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HEADLINE</a:t>
            </a:r>
          </a:p>
        </p:txBody>
      </p:sp>
      <p:sp>
        <p:nvSpPr>
          <p:cNvPr id="9" name="Text Placeholder 4">
            <a:extLst>
              <a:ext uri="{FF2B5EF4-FFF2-40B4-BE49-F238E27FC236}">
                <a16:creationId xmlns:a16="http://schemas.microsoft.com/office/drawing/2014/main" id="{96BCAB1D-A078-3B44-8209-D10AAB1B4ECE}"/>
              </a:ext>
            </a:extLst>
          </p:cNvPr>
          <p:cNvSpPr>
            <a:spLocks noGrp="1"/>
          </p:cNvSpPr>
          <p:nvPr>
            <p:ph type="body" sz="quarter" idx="11" hasCustomPrompt="1"/>
          </p:nvPr>
        </p:nvSpPr>
        <p:spPr>
          <a:xfrm>
            <a:off x="4431445" y="3455232"/>
            <a:ext cx="7090679" cy="451445"/>
          </a:xfrm>
          <a:prstGeom prst="rect">
            <a:avLst/>
          </a:prstGeom>
        </p:spPr>
        <p:txBody>
          <a:bodyPr/>
          <a:lstStyle>
            <a:lvl1pPr marL="0" indent="0">
              <a:lnSpc>
                <a:spcPct val="100000"/>
              </a:lnSpc>
              <a:buNone/>
              <a:defRPr sz="2400" b="0" i="0">
                <a:solidFill>
                  <a:srgbClr val="23BDC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 headline</a:t>
            </a:r>
          </a:p>
        </p:txBody>
      </p:sp>
      <p:pic>
        <p:nvPicPr>
          <p:cNvPr id="10" name="Picture 9" descr="Logo&#10;&#10;Description automatically generated">
            <a:extLst>
              <a:ext uri="{FF2B5EF4-FFF2-40B4-BE49-F238E27FC236}">
                <a16:creationId xmlns:a16="http://schemas.microsoft.com/office/drawing/2014/main" id="{E0B177BC-29FF-52FA-7227-E8605AA7787D}"/>
              </a:ext>
            </a:extLst>
          </p:cNvPr>
          <p:cNvPicPr>
            <a:picLocks noChangeAspect="1"/>
          </p:cNvPicPr>
          <p:nvPr userDrawn="1"/>
        </p:nvPicPr>
        <p:blipFill>
          <a:blip r:embed="rId2"/>
          <a:stretch>
            <a:fillRect/>
          </a:stretch>
        </p:blipFill>
        <p:spPr>
          <a:xfrm>
            <a:off x="332073" y="2761691"/>
            <a:ext cx="3579992" cy="1328565"/>
          </a:xfrm>
          <a:prstGeom prst="rect">
            <a:avLst/>
          </a:prstGeom>
        </p:spPr>
      </p:pic>
    </p:spTree>
    <p:extLst>
      <p:ext uri="{BB962C8B-B14F-4D97-AF65-F5344CB8AC3E}">
        <p14:creationId xmlns:p14="http://schemas.microsoft.com/office/powerpoint/2010/main" val="3567854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967F320-5AE5-D042-86D8-CE794E5A0F25}"/>
              </a:ext>
            </a:extLst>
          </p:cNvPr>
          <p:cNvSpPr/>
          <p:nvPr userDrawn="1"/>
        </p:nvSpPr>
        <p:spPr>
          <a:xfrm>
            <a:off x="0" y="0"/>
            <a:ext cx="12192000" cy="6858000"/>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33333"/>
              </a:solidFill>
            </a:endParaRPr>
          </a:p>
        </p:txBody>
      </p:sp>
      <p:sp>
        <p:nvSpPr>
          <p:cNvPr id="14" name="Text Placeholder 4">
            <a:extLst>
              <a:ext uri="{FF2B5EF4-FFF2-40B4-BE49-F238E27FC236}">
                <a16:creationId xmlns:a16="http://schemas.microsoft.com/office/drawing/2014/main" id="{D3C45B8B-1267-B144-A66C-23CBAAA80BA2}"/>
              </a:ext>
            </a:extLst>
          </p:cNvPr>
          <p:cNvSpPr>
            <a:spLocks noGrp="1"/>
          </p:cNvSpPr>
          <p:nvPr>
            <p:ph type="body" sz="quarter" idx="10" hasCustomPrompt="1"/>
          </p:nvPr>
        </p:nvSpPr>
        <p:spPr>
          <a:xfrm>
            <a:off x="2550657" y="2817566"/>
            <a:ext cx="7090687" cy="487766"/>
          </a:xfrm>
          <a:prstGeom prst="rect">
            <a:avLst/>
          </a:prstGeom>
        </p:spPr>
        <p:txBody>
          <a:bodyPr/>
          <a:lstStyle>
            <a:lvl1pPr marL="0" indent="0" algn="ctr">
              <a:lnSpc>
                <a:spcPct val="100000"/>
              </a:lnSpc>
              <a:buNone/>
              <a:defRPr sz="3500" b="1"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CHAPTER SLIDE</a:t>
            </a:r>
          </a:p>
        </p:txBody>
      </p:sp>
      <p:sp>
        <p:nvSpPr>
          <p:cNvPr id="20" name="TextBox 19">
            <a:extLst>
              <a:ext uri="{FF2B5EF4-FFF2-40B4-BE49-F238E27FC236}">
                <a16:creationId xmlns:a16="http://schemas.microsoft.com/office/drawing/2014/main" id="{4784ECD9-B61F-784F-9770-D4B175D9C6CB}"/>
              </a:ext>
            </a:extLst>
          </p:cNvPr>
          <p:cNvSpPr txBox="1"/>
          <p:nvPr userDrawn="1"/>
        </p:nvSpPr>
        <p:spPr>
          <a:xfrm>
            <a:off x="10437105" y="6479331"/>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7" name="Straight Connector 6">
            <a:extLst>
              <a:ext uri="{FF2B5EF4-FFF2-40B4-BE49-F238E27FC236}">
                <a16:creationId xmlns:a16="http://schemas.microsoft.com/office/drawing/2014/main" id="{CFA4392F-FF99-3544-85FD-8E529929B35B}"/>
              </a:ext>
            </a:extLst>
          </p:cNvPr>
          <p:cNvCxnSpPr>
            <a:cxnSpLocks/>
          </p:cNvCxnSpPr>
          <p:nvPr userDrawn="1"/>
        </p:nvCxnSpPr>
        <p:spPr>
          <a:xfrm flipH="1">
            <a:off x="5789167" y="3480245"/>
            <a:ext cx="604138" cy="0"/>
          </a:xfrm>
          <a:prstGeom prst="line">
            <a:avLst/>
          </a:prstGeom>
          <a:ln w="57150">
            <a:solidFill>
              <a:srgbClr val="23BDC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7932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967F320-5AE5-D042-86D8-CE794E5A0F25}"/>
              </a:ext>
            </a:extLst>
          </p:cNvPr>
          <p:cNvSpPr/>
          <p:nvPr userDrawn="1"/>
        </p:nvSpPr>
        <p:spPr>
          <a:xfrm>
            <a:off x="0" y="0"/>
            <a:ext cx="12192000" cy="6858000"/>
          </a:xfrm>
          <a:prstGeom prst="rect">
            <a:avLst/>
          </a:prstGeom>
          <a:solidFill>
            <a:srgbClr val="827B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4">
            <a:extLst>
              <a:ext uri="{FF2B5EF4-FFF2-40B4-BE49-F238E27FC236}">
                <a16:creationId xmlns:a16="http://schemas.microsoft.com/office/drawing/2014/main" id="{D3C45B8B-1267-B144-A66C-23CBAAA80BA2}"/>
              </a:ext>
            </a:extLst>
          </p:cNvPr>
          <p:cNvSpPr>
            <a:spLocks noGrp="1"/>
          </p:cNvSpPr>
          <p:nvPr>
            <p:ph type="body" sz="quarter" idx="10" hasCustomPrompt="1"/>
          </p:nvPr>
        </p:nvSpPr>
        <p:spPr>
          <a:xfrm>
            <a:off x="2550657" y="2817566"/>
            <a:ext cx="7090687" cy="487766"/>
          </a:xfrm>
          <a:prstGeom prst="rect">
            <a:avLst/>
          </a:prstGeom>
        </p:spPr>
        <p:txBody>
          <a:bodyPr/>
          <a:lstStyle>
            <a:lvl1pPr marL="0" indent="0" algn="ctr">
              <a:lnSpc>
                <a:spcPct val="100000"/>
              </a:lnSpc>
              <a:buNone/>
              <a:defRPr sz="3500" b="1"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CHAPTER SLIDE</a:t>
            </a:r>
          </a:p>
        </p:txBody>
      </p:sp>
      <p:sp>
        <p:nvSpPr>
          <p:cNvPr id="20" name="TextBox 19">
            <a:extLst>
              <a:ext uri="{FF2B5EF4-FFF2-40B4-BE49-F238E27FC236}">
                <a16:creationId xmlns:a16="http://schemas.microsoft.com/office/drawing/2014/main" id="{4784ECD9-B61F-784F-9770-D4B175D9C6CB}"/>
              </a:ext>
            </a:extLst>
          </p:cNvPr>
          <p:cNvSpPr txBox="1"/>
          <p:nvPr userDrawn="1"/>
        </p:nvSpPr>
        <p:spPr>
          <a:xfrm>
            <a:off x="10437105" y="6479331"/>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7" name="Straight Connector 6">
            <a:extLst>
              <a:ext uri="{FF2B5EF4-FFF2-40B4-BE49-F238E27FC236}">
                <a16:creationId xmlns:a16="http://schemas.microsoft.com/office/drawing/2014/main" id="{CFA4392F-FF99-3544-85FD-8E529929B35B}"/>
              </a:ext>
            </a:extLst>
          </p:cNvPr>
          <p:cNvCxnSpPr>
            <a:cxnSpLocks/>
          </p:cNvCxnSpPr>
          <p:nvPr userDrawn="1"/>
        </p:nvCxnSpPr>
        <p:spPr>
          <a:xfrm flipH="1">
            <a:off x="5789167" y="3480245"/>
            <a:ext cx="604138" cy="0"/>
          </a:xfrm>
          <a:prstGeom prst="line">
            <a:avLst/>
          </a:prstGeom>
          <a:ln w="57150">
            <a:solidFill>
              <a:srgbClr val="23BDC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8169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9071131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5F4EEC9-319B-2B48-ACCF-4D84031B8D47}"/>
              </a:ext>
            </a:extLst>
          </p:cNvPr>
          <p:cNvSpPr/>
          <p:nvPr userDrawn="1"/>
        </p:nvSpPr>
        <p:spPr>
          <a:xfrm>
            <a:off x="0" y="0"/>
            <a:ext cx="5044190" cy="6865949"/>
          </a:xfrm>
          <a:prstGeom prst="rect">
            <a:avLst/>
          </a:prstGeom>
          <a:solidFill>
            <a:srgbClr val="F2ED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4" name="Text Placeholder 4">
            <a:extLst>
              <a:ext uri="{FF2B5EF4-FFF2-40B4-BE49-F238E27FC236}">
                <a16:creationId xmlns:a16="http://schemas.microsoft.com/office/drawing/2014/main" id="{D3C45B8B-1267-B144-A66C-23CBAAA80BA2}"/>
              </a:ext>
            </a:extLst>
          </p:cNvPr>
          <p:cNvSpPr>
            <a:spLocks noGrp="1"/>
          </p:cNvSpPr>
          <p:nvPr>
            <p:ph type="body" sz="quarter" idx="10" hasCustomPrompt="1"/>
          </p:nvPr>
        </p:nvSpPr>
        <p:spPr>
          <a:xfrm>
            <a:off x="299803" y="2883831"/>
            <a:ext cx="4527030" cy="607686"/>
          </a:xfrm>
          <a:prstGeom prst="rect">
            <a:avLst/>
          </a:prstGeom>
        </p:spPr>
        <p:txBody>
          <a:bodyPr/>
          <a:lstStyle>
            <a:lvl1pPr marL="0" indent="0" algn="l">
              <a:lnSpc>
                <a:spcPct val="100000"/>
              </a:lnSpc>
              <a:buNone/>
              <a:defRPr sz="35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HEADLINE</a:t>
            </a:r>
          </a:p>
        </p:txBody>
      </p:sp>
      <p:sp>
        <p:nvSpPr>
          <p:cNvPr id="5" name="TextBox 4">
            <a:extLst>
              <a:ext uri="{FF2B5EF4-FFF2-40B4-BE49-F238E27FC236}">
                <a16:creationId xmlns:a16="http://schemas.microsoft.com/office/drawing/2014/main" id="{F448D0B5-4181-D043-A806-CC2429EDDAFF}"/>
              </a:ext>
            </a:extLst>
          </p:cNvPr>
          <p:cNvSpPr txBox="1"/>
          <p:nvPr userDrawn="1"/>
        </p:nvSpPr>
        <p:spPr>
          <a:xfrm>
            <a:off x="10437105" y="6479331"/>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Rectangle 5">
            <a:extLst>
              <a:ext uri="{FF2B5EF4-FFF2-40B4-BE49-F238E27FC236}">
                <a16:creationId xmlns:a16="http://schemas.microsoft.com/office/drawing/2014/main" id="{C9150272-1CCA-8449-9227-24DEC0FAB4B7}"/>
              </a:ext>
            </a:extLst>
          </p:cNvPr>
          <p:cNvSpPr/>
          <p:nvPr userDrawn="1"/>
        </p:nvSpPr>
        <p:spPr>
          <a:xfrm rot="10800000">
            <a:off x="0" y="6389159"/>
            <a:ext cx="12192000" cy="489003"/>
          </a:xfrm>
          <a:prstGeom prst="rect">
            <a:avLst/>
          </a:prstGeom>
          <a:solidFill>
            <a:srgbClr val="003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28FB7E7-D90F-2348-A4AE-5B0C5AFD2BA6}"/>
              </a:ext>
            </a:extLst>
          </p:cNvPr>
          <p:cNvSpPr txBox="1"/>
          <p:nvPr userDrawn="1"/>
        </p:nvSpPr>
        <p:spPr>
          <a:xfrm>
            <a:off x="10492113" y="6506703"/>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ext Placeholder 2">
            <a:extLst>
              <a:ext uri="{FF2B5EF4-FFF2-40B4-BE49-F238E27FC236}">
                <a16:creationId xmlns:a16="http://schemas.microsoft.com/office/drawing/2014/main" id="{5BA10B5C-1A60-854F-A2BC-1DE16973237A}"/>
              </a:ext>
            </a:extLst>
          </p:cNvPr>
          <p:cNvSpPr>
            <a:spLocks noGrp="1"/>
          </p:cNvSpPr>
          <p:nvPr>
            <p:ph type="body" sz="quarter" idx="11"/>
          </p:nvPr>
        </p:nvSpPr>
        <p:spPr>
          <a:xfrm>
            <a:off x="5659438" y="958850"/>
            <a:ext cx="6048375" cy="4618038"/>
          </a:xfrm>
          <a:prstGeom prst="rect">
            <a:avLst/>
          </a:prstGeom>
        </p:spPr>
        <p:txBody>
          <a:bodyPr/>
          <a:lstStyle>
            <a:lvl1pPr>
              <a:defRPr sz="1400">
                <a:solidFill>
                  <a:srgbClr val="333333"/>
                </a:solidFill>
              </a:defRPr>
            </a:lvl1pPr>
            <a:lvl2pPr>
              <a:defRPr sz="1400">
                <a:solidFill>
                  <a:srgbClr val="333333"/>
                </a:solidFill>
              </a:defRPr>
            </a:lvl2pPr>
            <a:lvl3pPr>
              <a:defRPr sz="1400">
                <a:solidFill>
                  <a:srgbClr val="333333"/>
                </a:solidFill>
              </a:defRPr>
            </a:lvl3pPr>
            <a:lvl4pPr>
              <a:defRPr sz="1400">
                <a:solidFill>
                  <a:srgbClr val="333333"/>
                </a:solidFill>
              </a:defRPr>
            </a:lvl4pPr>
            <a:lvl5pPr>
              <a:defRPr sz="1400">
                <a:solidFill>
                  <a:srgbClr val="333333"/>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1" name="Picture 10" descr="Text, logo&#10;&#10;Description automatically generated with medium confidence">
            <a:extLst>
              <a:ext uri="{FF2B5EF4-FFF2-40B4-BE49-F238E27FC236}">
                <a16:creationId xmlns:a16="http://schemas.microsoft.com/office/drawing/2014/main" id="{7D161221-D47B-B4B2-CF3F-A4ED4C56F533}"/>
              </a:ext>
            </a:extLst>
          </p:cNvPr>
          <p:cNvPicPr>
            <a:picLocks noChangeAspect="1"/>
          </p:cNvPicPr>
          <p:nvPr userDrawn="1"/>
        </p:nvPicPr>
        <p:blipFill>
          <a:blip r:embed="rId2"/>
          <a:stretch>
            <a:fillRect/>
          </a:stretch>
        </p:blipFill>
        <p:spPr>
          <a:xfrm>
            <a:off x="54615" y="6381370"/>
            <a:ext cx="1317688" cy="489005"/>
          </a:xfrm>
          <a:prstGeom prst="rect">
            <a:avLst/>
          </a:prstGeom>
        </p:spPr>
      </p:pic>
    </p:spTree>
    <p:extLst>
      <p:ext uri="{BB962C8B-B14F-4D97-AF65-F5344CB8AC3E}">
        <p14:creationId xmlns:p14="http://schemas.microsoft.com/office/powerpoint/2010/main" val="3784594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3" name="Text Placeholder 4">
            <a:extLst>
              <a:ext uri="{FF2B5EF4-FFF2-40B4-BE49-F238E27FC236}">
                <a16:creationId xmlns:a16="http://schemas.microsoft.com/office/drawing/2014/main" id="{4C23AD14-46E2-1D4B-8A4B-409625035B3A}"/>
              </a:ext>
            </a:extLst>
          </p:cNvPr>
          <p:cNvSpPr>
            <a:spLocks noGrp="1"/>
          </p:cNvSpPr>
          <p:nvPr>
            <p:ph type="body" sz="quarter" idx="10" hasCustomPrompt="1"/>
          </p:nvPr>
        </p:nvSpPr>
        <p:spPr>
          <a:xfrm>
            <a:off x="427511" y="331190"/>
            <a:ext cx="10382427" cy="407097"/>
          </a:xfrm>
          <a:prstGeom prst="rect">
            <a:avLst/>
          </a:prstGeom>
        </p:spPr>
        <p:txBody>
          <a:bodyPr/>
          <a:lstStyle>
            <a:lvl1pPr marL="0" indent="0">
              <a:lnSpc>
                <a:spcPct val="100000"/>
              </a:lnSpc>
              <a:buNone/>
              <a:defRPr sz="30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HEADLINE</a:t>
            </a:r>
          </a:p>
        </p:txBody>
      </p:sp>
      <p:sp>
        <p:nvSpPr>
          <p:cNvPr id="16" name="Text Placeholder 4">
            <a:extLst>
              <a:ext uri="{FF2B5EF4-FFF2-40B4-BE49-F238E27FC236}">
                <a16:creationId xmlns:a16="http://schemas.microsoft.com/office/drawing/2014/main" id="{529DEE64-287E-6645-B445-4B56A0B3EB92}"/>
              </a:ext>
            </a:extLst>
          </p:cNvPr>
          <p:cNvSpPr>
            <a:spLocks noGrp="1"/>
          </p:cNvSpPr>
          <p:nvPr>
            <p:ph type="body" sz="quarter" idx="11" hasCustomPrompt="1"/>
          </p:nvPr>
        </p:nvSpPr>
        <p:spPr>
          <a:xfrm>
            <a:off x="442501" y="751401"/>
            <a:ext cx="10382427" cy="440318"/>
          </a:xfrm>
          <a:prstGeom prst="rect">
            <a:avLst/>
          </a:prstGeom>
        </p:spPr>
        <p:txBody>
          <a:bodyPr/>
          <a:lstStyle>
            <a:lvl1pPr marL="0" indent="0">
              <a:lnSpc>
                <a:spcPct val="100000"/>
              </a:lnSpc>
              <a:buNone/>
              <a:defRPr sz="2400" b="0" i="0">
                <a:solidFill>
                  <a:srgbClr val="23BDC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 headline</a:t>
            </a:r>
          </a:p>
        </p:txBody>
      </p:sp>
      <p:sp>
        <p:nvSpPr>
          <p:cNvPr id="19" name="Text Placeholder 4">
            <a:extLst>
              <a:ext uri="{FF2B5EF4-FFF2-40B4-BE49-F238E27FC236}">
                <a16:creationId xmlns:a16="http://schemas.microsoft.com/office/drawing/2014/main" id="{F4C3A522-6210-904D-83F1-7D21B01E8B13}"/>
              </a:ext>
            </a:extLst>
          </p:cNvPr>
          <p:cNvSpPr>
            <a:spLocks noGrp="1"/>
          </p:cNvSpPr>
          <p:nvPr>
            <p:ph type="body" sz="quarter" idx="13" hasCustomPrompt="1"/>
          </p:nvPr>
        </p:nvSpPr>
        <p:spPr>
          <a:xfrm>
            <a:off x="1482294" y="1787345"/>
            <a:ext cx="9440069" cy="1235091"/>
          </a:xfrm>
          <a:prstGeom prst="rect">
            <a:avLst/>
          </a:prstGeom>
        </p:spPr>
        <p:txBody>
          <a:bodyPr/>
          <a:lstStyle>
            <a:lvl1pPr marL="0" indent="0">
              <a:lnSpc>
                <a:spcPct val="150000"/>
              </a:lnSpc>
              <a:buNone/>
              <a:defRPr sz="1400" b="0" i="0">
                <a:solidFill>
                  <a:srgbClr val="333333"/>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err="1"/>
              <a:t>Nequianihil</a:t>
            </a:r>
            <a:r>
              <a:rPr lang="en-US" dirty="0"/>
              <a:t> </a:t>
            </a:r>
            <a:r>
              <a:rPr lang="en-US" dirty="0" err="1"/>
              <a:t>eos</a:t>
            </a:r>
            <a:r>
              <a:rPr lang="en-US" dirty="0"/>
              <a:t> </a:t>
            </a:r>
            <a:r>
              <a:rPr lang="en-US" dirty="0" err="1"/>
              <a:t>aut</a:t>
            </a:r>
            <a:r>
              <a:rPr lang="en-US" dirty="0"/>
              <a:t> </a:t>
            </a:r>
            <a:r>
              <a:rPr lang="en-US" dirty="0" err="1"/>
              <a:t>hiligent</a:t>
            </a:r>
            <a:r>
              <a:rPr lang="en-US" dirty="0"/>
              <a:t> </a:t>
            </a:r>
            <a:r>
              <a:rPr lang="en-US" dirty="0" err="1"/>
              <a:t>fuga</a:t>
            </a:r>
            <a:r>
              <a:rPr lang="en-US" dirty="0"/>
              <a:t>. </a:t>
            </a:r>
            <a:r>
              <a:rPr lang="en-US" dirty="0" err="1"/>
              <a:t>Poressincti</a:t>
            </a:r>
            <a:r>
              <a:rPr lang="en-US" dirty="0"/>
              <a:t> </a:t>
            </a:r>
            <a:r>
              <a:rPr lang="en-US" dirty="0" err="1"/>
              <a:t>voluptatur</a:t>
            </a:r>
            <a:r>
              <a:rPr lang="en-US" dirty="0"/>
              <a:t>? Quid </a:t>
            </a:r>
            <a:r>
              <a:rPr lang="en-US" dirty="0" err="1"/>
              <a:t>quossitium</a:t>
            </a:r>
            <a:r>
              <a:rPr lang="en-US" dirty="0"/>
              <a:t> </a:t>
            </a:r>
            <a:r>
              <a:rPr lang="en-US" dirty="0" err="1"/>
              <a:t>ipid</a:t>
            </a:r>
            <a:r>
              <a:rPr lang="en-US" dirty="0"/>
              <a:t> et </a:t>
            </a:r>
            <a:r>
              <a:rPr lang="en-US" dirty="0" err="1"/>
              <a:t>eius</a:t>
            </a:r>
            <a:r>
              <a:rPr lang="en-US" dirty="0"/>
              <a:t> </a:t>
            </a:r>
            <a:r>
              <a:rPr lang="en-US" dirty="0" err="1"/>
              <a:t>autatur</a:t>
            </a:r>
            <a:r>
              <a:rPr lang="en-US" dirty="0"/>
              <a:t> </a:t>
            </a:r>
            <a:r>
              <a:rPr lang="en-US" dirty="0" err="1"/>
              <a:t>accus</a:t>
            </a:r>
            <a:r>
              <a:rPr lang="en-US" dirty="0"/>
              <a:t> sum </a:t>
            </a:r>
            <a:r>
              <a:rPr lang="en-US" dirty="0" err="1"/>
              <a:t>quatem</a:t>
            </a:r>
            <a:r>
              <a:rPr lang="en-US" dirty="0"/>
              <a:t> </a:t>
            </a:r>
            <a:r>
              <a:rPr lang="en-US" dirty="0" err="1"/>
              <a:t>sene</a:t>
            </a:r>
            <a:r>
              <a:rPr lang="en-US" dirty="0"/>
              <a:t> </a:t>
            </a:r>
            <a:r>
              <a:rPr lang="en-US" dirty="0" err="1"/>
              <a:t>ium</a:t>
            </a:r>
            <a:r>
              <a:rPr lang="en-US" dirty="0"/>
              <a:t> </a:t>
            </a:r>
            <a:r>
              <a:rPr lang="en-US" dirty="0" err="1"/>
              <a:t>earum</a:t>
            </a:r>
            <a:r>
              <a:rPr lang="en-US" dirty="0"/>
              <a:t> </a:t>
            </a:r>
            <a:r>
              <a:rPr lang="en-US" dirty="0" err="1"/>
              <a:t>simust</a:t>
            </a:r>
            <a:r>
              <a:rPr lang="en-US" dirty="0"/>
              <a:t> </a:t>
            </a:r>
            <a:r>
              <a:rPr lang="en-US" dirty="0" err="1"/>
              <a:t>ut</a:t>
            </a:r>
            <a:r>
              <a:rPr lang="en-US" dirty="0"/>
              <a:t> </a:t>
            </a:r>
            <a:r>
              <a:rPr lang="en-US" dirty="0" err="1"/>
              <a:t>autempores</a:t>
            </a:r>
            <a:r>
              <a:rPr lang="en-US" dirty="0"/>
              <a:t> </a:t>
            </a:r>
            <a:r>
              <a:rPr lang="en-US" dirty="0" err="1"/>
              <a:t>molore</a:t>
            </a:r>
            <a:r>
              <a:rPr lang="en-US" dirty="0"/>
              <a:t> </a:t>
            </a:r>
            <a:r>
              <a:rPr lang="en-US" dirty="0" err="1"/>
              <a:t>vella</a:t>
            </a:r>
            <a:r>
              <a:rPr lang="en-US" dirty="0"/>
              <a:t> </a:t>
            </a:r>
            <a:r>
              <a:rPr lang="en-US" dirty="0" err="1"/>
              <a:t>consed</a:t>
            </a:r>
            <a:r>
              <a:rPr lang="en-US" dirty="0"/>
              <a:t> </a:t>
            </a:r>
            <a:r>
              <a:rPr lang="en-US" dirty="0" err="1"/>
              <a:t>exerepedio</a:t>
            </a:r>
            <a:r>
              <a:rPr lang="en-US" dirty="0"/>
              <a:t> </a:t>
            </a:r>
            <a:r>
              <a:rPr lang="en-US" dirty="0" err="1"/>
              <a:t>quiate</a:t>
            </a:r>
            <a:r>
              <a:rPr lang="en-US" dirty="0"/>
              <a:t> </a:t>
            </a:r>
            <a:r>
              <a:rPr lang="en-US" dirty="0" err="1"/>
              <a:t>volecul</a:t>
            </a:r>
            <a:r>
              <a:rPr lang="en-US" dirty="0"/>
              <a:t> </a:t>
            </a:r>
            <a:r>
              <a:rPr lang="en-US" dirty="0" err="1"/>
              <a:t>lupicit</a:t>
            </a:r>
            <a:r>
              <a:rPr lang="en-US" dirty="0"/>
              <a:t> </a:t>
            </a:r>
            <a:r>
              <a:rPr lang="en-US" dirty="0" err="1"/>
              <a:t>utecten</a:t>
            </a:r>
            <a:r>
              <a:rPr lang="en-US" dirty="0"/>
              <a:t> </a:t>
            </a:r>
            <a:r>
              <a:rPr lang="en-US" dirty="0" err="1"/>
              <a:t>imaion</a:t>
            </a:r>
            <a:r>
              <a:rPr lang="en-US" dirty="0"/>
              <a:t> </a:t>
            </a:r>
            <a:r>
              <a:rPr lang="en-US" dirty="0" err="1"/>
              <a:t>nimil</a:t>
            </a:r>
            <a:r>
              <a:rPr lang="en-US" dirty="0"/>
              <a:t> is </a:t>
            </a:r>
            <a:r>
              <a:rPr lang="en-US" dirty="0" err="1"/>
              <a:t>dolute</a:t>
            </a:r>
            <a:r>
              <a:rPr lang="en-US" dirty="0"/>
              <a:t> </a:t>
            </a:r>
            <a:r>
              <a:rPr lang="en-US" dirty="0" err="1"/>
              <a:t>sunt</a:t>
            </a:r>
            <a:r>
              <a:rPr lang="en-US" dirty="0"/>
              <a:t> alit id </a:t>
            </a:r>
            <a:r>
              <a:rPr lang="en-US" dirty="0" err="1"/>
              <a:t>magnatusamus</a:t>
            </a:r>
            <a:r>
              <a:rPr lang="en-US" dirty="0"/>
              <a:t> et </a:t>
            </a:r>
            <a:r>
              <a:rPr lang="en-US" dirty="0" err="1"/>
              <a:t>quam</a:t>
            </a:r>
            <a:r>
              <a:rPr lang="en-US" dirty="0"/>
              <a:t>, </a:t>
            </a:r>
            <a:r>
              <a:rPr lang="en-US" dirty="0" err="1"/>
              <a:t>omnis</a:t>
            </a:r>
            <a:r>
              <a:rPr lang="en-US" dirty="0"/>
              <a:t> qui </a:t>
            </a:r>
            <a:r>
              <a:rPr lang="en-US" dirty="0" err="1"/>
              <a:t>conse</a:t>
            </a:r>
            <a:r>
              <a:rPr lang="en-US" dirty="0"/>
              <a:t> </a:t>
            </a:r>
            <a:r>
              <a:rPr lang="en-US" dirty="0" err="1"/>
              <a:t>quisi</a:t>
            </a:r>
            <a:r>
              <a:rPr lang="en-US" dirty="0"/>
              <a:t> </a:t>
            </a:r>
            <a:r>
              <a:rPr lang="en-US" dirty="0" err="1"/>
              <a:t>aut</a:t>
            </a:r>
            <a:r>
              <a:rPr lang="en-US" dirty="0"/>
              <a:t> anis </a:t>
            </a:r>
            <a:r>
              <a:rPr lang="en-US" dirty="0" err="1"/>
              <a:t>excerione</a:t>
            </a:r>
            <a:r>
              <a:rPr lang="en-US" dirty="0"/>
              <a:t> </a:t>
            </a:r>
            <a:r>
              <a:rPr lang="en-US" dirty="0" err="1"/>
              <a:t>eum</a:t>
            </a:r>
            <a:r>
              <a:rPr lang="en-US" dirty="0"/>
              <a:t>.</a:t>
            </a:r>
          </a:p>
        </p:txBody>
      </p:sp>
      <p:sp>
        <p:nvSpPr>
          <p:cNvPr id="12" name="Text Placeholder 4">
            <a:extLst>
              <a:ext uri="{FF2B5EF4-FFF2-40B4-BE49-F238E27FC236}">
                <a16:creationId xmlns:a16="http://schemas.microsoft.com/office/drawing/2014/main" id="{E9DB1872-B742-DB47-8D54-1CAE471D6158}"/>
              </a:ext>
            </a:extLst>
          </p:cNvPr>
          <p:cNvSpPr>
            <a:spLocks noGrp="1"/>
          </p:cNvSpPr>
          <p:nvPr>
            <p:ph type="body" sz="quarter" idx="14" hasCustomPrompt="1"/>
          </p:nvPr>
        </p:nvSpPr>
        <p:spPr>
          <a:xfrm>
            <a:off x="1954661" y="3194155"/>
            <a:ext cx="8855277" cy="1830514"/>
          </a:xfrm>
          <a:prstGeom prst="rect">
            <a:avLst/>
          </a:prstGeom>
        </p:spPr>
        <p:txBody>
          <a:bodyPr/>
          <a:lstStyle>
            <a:lvl1pPr marL="285750" indent="-285750">
              <a:lnSpc>
                <a:spcPct val="100000"/>
              </a:lnSpc>
              <a:buClr>
                <a:schemeClr val="bg1">
                  <a:lumMod val="65000"/>
                </a:schemeClr>
              </a:buClr>
              <a:buFont typeface="Arial" panose="020B0604020202020204" pitchFamily="34" charset="0"/>
              <a:buChar char="•"/>
              <a:defRPr sz="1400" b="0" i="0">
                <a:solidFill>
                  <a:srgbClr val="333333"/>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Bullet font &amp; style</a:t>
            </a:r>
          </a:p>
          <a:p>
            <a:pPr lvl="0"/>
            <a:r>
              <a:rPr lang="en-US" dirty="0"/>
              <a:t>Bullet font &amp; style</a:t>
            </a:r>
          </a:p>
          <a:p>
            <a:pPr lvl="0"/>
            <a:r>
              <a:rPr lang="en-US" dirty="0"/>
              <a:t>Bullet font &amp; style</a:t>
            </a:r>
          </a:p>
          <a:p>
            <a:pPr lvl="0"/>
            <a:r>
              <a:rPr lang="en-US" dirty="0"/>
              <a:t>Bullet font &amp; style</a:t>
            </a:r>
          </a:p>
          <a:p>
            <a:pPr lvl="0"/>
            <a:r>
              <a:rPr lang="en-US" dirty="0"/>
              <a:t>Bullet font &amp; style</a:t>
            </a:r>
          </a:p>
        </p:txBody>
      </p:sp>
      <p:sp>
        <p:nvSpPr>
          <p:cNvPr id="9" name="Rectangle 8">
            <a:extLst>
              <a:ext uri="{FF2B5EF4-FFF2-40B4-BE49-F238E27FC236}">
                <a16:creationId xmlns:a16="http://schemas.microsoft.com/office/drawing/2014/main" id="{3D0A4229-FF8F-9046-994A-DF523BB38772}"/>
              </a:ext>
            </a:extLst>
          </p:cNvPr>
          <p:cNvSpPr/>
          <p:nvPr userDrawn="1"/>
        </p:nvSpPr>
        <p:spPr>
          <a:xfrm rot="10800000">
            <a:off x="0" y="6389159"/>
            <a:ext cx="12192000" cy="489003"/>
          </a:xfrm>
          <a:prstGeom prst="rect">
            <a:avLst/>
          </a:prstGeom>
          <a:solidFill>
            <a:srgbClr val="003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A5B753B-3717-97EA-9FBC-46F61CA647C6}"/>
              </a:ext>
            </a:extLst>
          </p:cNvPr>
          <p:cNvSpPr txBox="1"/>
          <p:nvPr userDrawn="1"/>
        </p:nvSpPr>
        <p:spPr>
          <a:xfrm>
            <a:off x="10492113" y="6506703"/>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1" name="Picture 10" descr="Text, logo&#10;&#10;Description automatically generated with medium confidence">
            <a:extLst>
              <a:ext uri="{FF2B5EF4-FFF2-40B4-BE49-F238E27FC236}">
                <a16:creationId xmlns:a16="http://schemas.microsoft.com/office/drawing/2014/main" id="{FA25CD65-AEA4-4A70-EEE6-1024C217C17A}"/>
              </a:ext>
            </a:extLst>
          </p:cNvPr>
          <p:cNvPicPr>
            <a:picLocks noChangeAspect="1"/>
          </p:cNvPicPr>
          <p:nvPr userDrawn="1"/>
        </p:nvPicPr>
        <p:blipFill>
          <a:blip r:embed="rId2"/>
          <a:stretch>
            <a:fillRect/>
          </a:stretch>
        </p:blipFill>
        <p:spPr>
          <a:xfrm>
            <a:off x="54615" y="6381370"/>
            <a:ext cx="1317688" cy="489005"/>
          </a:xfrm>
          <a:prstGeom prst="rect">
            <a:avLst/>
          </a:prstGeom>
        </p:spPr>
      </p:pic>
    </p:spTree>
    <p:extLst>
      <p:ext uri="{BB962C8B-B14F-4D97-AF65-F5344CB8AC3E}">
        <p14:creationId xmlns:p14="http://schemas.microsoft.com/office/powerpoint/2010/main" val="10930596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8" name="Text Placeholder 4">
            <a:extLst>
              <a:ext uri="{FF2B5EF4-FFF2-40B4-BE49-F238E27FC236}">
                <a16:creationId xmlns:a16="http://schemas.microsoft.com/office/drawing/2014/main" id="{B7199545-5A00-9E47-B070-8E3B44DC8F57}"/>
              </a:ext>
            </a:extLst>
          </p:cNvPr>
          <p:cNvSpPr>
            <a:spLocks noGrp="1"/>
          </p:cNvSpPr>
          <p:nvPr>
            <p:ph type="body" sz="quarter" idx="12" hasCustomPrompt="1"/>
          </p:nvPr>
        </p:nvSpPr>
        <p:spPr>
          <a:xfrm>
            <a:off x="1482295" y="1920541"/>
            <a:ext cx="9227410" cy="418612"/>
          </a:xfrm>
          <a:prstGeom prst="rect">
            <a:avLst/>
          </a:prstGeom>
        </p:spPr>
        <p:txBody>
          <a:bodyPr/>
          <a:lstStyle>
            <a:lvl1pPr marL="0" indent="0">
              <a:lnSpc>
                <a:spcPct val="100000"/>
              </a:lnSpc>
              <a:buNone/>
              <a:defRPr sz="18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Subtitle</a:t>
            </a:r>
          </a:p>
        </p:txBody>
      </p:sp>
      <p:sp>
        <p:nvSpPr>
          <p:cNvPr id="19" name="Text Placeholder 4">
            <a:extLst>
              <a:ext uri="{FF2B5EF4-FFF2-40B4-BE49-F238E27FC236}">
                <a16:creationId xmlns:a16="http://schemas.microsoft.com/office/drawing/2014/main" id="{F4C3A522-6210-904D-83F1-7D21B01E8B13}"/>
              </a:ext>
            </a:extLst>
          </p:cNvPr>
          <p:cNvSpPr>
            <a:spLocks noGrp="1"/>
          </p:cNvSpPr>
          <p:nvPr>
            <p:ph type="body" sz="quarter" idx="13" hasCustomPrompt="1"/>
          </p:nvPr>
        </p:nvSpPr>
        <p:spPr>
          <a:xfrm>
            <a:off x="1482295" y="2358704"/>
            <a:ext cx="9227410" cy="2373542"/>
          </a:xfrm>
          <a:prstGeom prst="rect">
            <a:avLst/>
          </a:prstGeom>
        </p:spPr>
        <p:txBody>
          <a:bodyPr/>
          <a:lstStyle>
            <a:lvl1pPr marL="0" marR="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sz="1400" b="0" i="0">
                <a:solidFill>
                  <a:srgbClr val="333333"/>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en-US" dirty="0" err="1"/>
              <a:t>Nequianihil</a:t>
            </a:r>
            <a:r>
              <a:rPr lang="en-US" dirty="0"/>
              <a:t> </a:t>
            </a:r>
            <a:r>
              <a:rPr lang="en-US" dirty="0" err="1"/>
              <a:t>eos</a:t>
            </a:r>
            <a:r>
              <a:rPr lang="en-US" dirty="0"/>
              <a:t> </a:t>
            </a:r>
            <a:r>
              <a:rPr lang="en-US" dirty="0" err="1"/>
              <a:t>aut</a:t>
            </a:r>
            <a:r>
              <a:rPr lang="en-US" dirty="0"/>
              <a:t> </a:t>
            </a:r>
            <a:r>
              <a:rPr lang="en-US" dirty="0" err="1"/>
              <a:t>hiligent</a:t>
            </a:r>
            <a:r>
              <a:rPr lang="en-US" dirty="0"/>
              <a:t> </a:t>
            </a:r>
            <a:r>
              <a:rPr lang="en-US" dirty="0" err="1"/>
              <a:t>fuga</a:t>
            </a:r>
            <a:r>
              <a:rPr lang="en-US" dirty="0"/>
              <a:t>. </a:t>
            </a:r>
            <a:r>
              <a:rPr lang="en-US" dirty="0" err="1"/>
              <a:t>Poressincti</a:t>
            </a:r>
            <a:r>
              <a:rPr lang="en-US" dirty="0"/>
              <a:t> </a:t>
            </a:r>
            <a:r>
              <a:rPr lang="en-US" dirty="0" err="1"/>
              <a:t>voluptatur</a:t>
            </a:r>
            <a:r>
              <a:rPr lang="en-US" dirty="0"/>
              <a:t>? Quid </a:t>
            </a:r>
            <a:r>
              <a:rPr lang="en-US" dirty="0" err="1"/>
              <a:t>quossitium</a:t>
            </a:r>
            <a:r>
              <a:rPr lang="en-US" dirty="0"/>
              <a:t> </a:t>
            </a:r>
            <a:r>
              <a:rPr lang="en-US" dirty="0" err="1"/>
              <a:t>ipid</a:t>
            </a:r>
            <a:r>
              <a:rPr lang="en-US" dirty="0"/>
              <a:t> et </a:t>
            </a:r>
            <a:r>
              <a:rPr lang="en-US" dirty="0" err="1"/>
              <a:t>eius</a:t>
            </a:r>
            <a:r>
              <a:rPr lang="en-US" dirty="0"/>
              <a:t> </a:t>
            </a:r>
            <a:r>
              <a:rPr lang="en-US" dirty="0" err="1"/>
              <a:t>autatur</a:t>
            </a:r>
            <a:r>
              <a:rPr lang="en-US" dirty="0"/>
              <a:t> </a:t>
            </a:r>
            <a:r>
              <a:rPr lang="en-US" dirty="0" err="1"/>
              <a:t>accus</a:t>
            </a:r>
            <a:r>
              <a:rPr lang="en-US" dirty="0"/>
              <a:t> sum </a:t>
            </a:r>
            <a:r>
              <a:rPr lang="en-US" dirty="0" err="1"/>
              <a:t>quatem</a:t>
            </a:r>
            <a:r>
              <a:rPr lang="en-US" dirty="0"/>
              <a:t> </a:t>
            </a:r>
            <a:r>
              <a:rPr lang="en-US" dirty="0" err="1"/>
              <a:t>sene</a:t>
            </a:r>
            <a:r>
              <a:rPr lang="en-US" dirty="0"/>
              <a:t> </a:t>
            </a:r>
            <a:r>
              <a:rPr lang="en-US" dirty="0" err="1"/>
              <a:t>ium</a:t>
            </a:r>
            <a:r>
              <a:rPr lang="en-US" dirty="0"/>
              <a:t> </a:t>
            </a:r>
            <a:r>
              <a:rPr lang="en-US" dirty="0" err="1"/>
              <a:t>earum</a:t>
            </a:r>
            <a:r>
              <a:rPr lang="en-US" dirty="0"/>
              <a:t> </a:t>
            </a:r>
            <a:r>
              <a:rPr lang="en-US" dirty="0" err="1"/>
              <a:t>simust</a:t>
            </a:r>
            <a:r>
              <a:rPr lang="en-US" dirty="0"/>
              <a:t> </a:t>
            </a:r>
            <a:r>
              <a:rPr lang="en-US" dirty="0" err="1"/>
              <a:t>ut</a:t>
            </a:r>
            <a:r>
              <a:rPr lang="en-US" dirty="0"/>
              <a:t> </a:t>
            </a:r>
            <a:r>
              <a:rPr lang="en-US" dirty="0" err="1"/>
              <a:t>autempores</a:t>
            </a:r>
            <a:r>
              <a:rPr lang="en-US" dirty="0"/>
              <a:t> </a:t>
            </a:r>
            <a:r>
              <a:rPr lang="en-US" dirty="0" err="1"/>
              <a:t>molore</a:t>
            </a:r>
            <a:r>
              <a:rPr lang="en-US" dirty="0"/>
              <a:t> </a:t>
            </a:r>
            <a:r>
              <a:rPr lang="en-US" dirty="0" err="1"/>
              <a:t>vella</a:t>
            </a:r>
            <a:r>
              <a:rPr lang="en-US" dirty="0"/>
              <a:t> </a:t>
            </a:r>
            <a:r>
              <a:rPr lang="en-US" dirty="0" err="1"/>
              <a:t>consed</a:t>
            </a:r>
            <a:r>
              <a:rPr lang="en-US" dirty="0"/>
              <a:t> </a:t>
            </a:r>
            <a:r>
              <a:rPr lang="en-US" dirty="0" err="1"/>
              <a:t>exerepedio</a:t>
            </a:r>
            <a:r>
              <a:rPr lang="en-US" dirty="0"/>
              <a:t> </a:t>
            </a:r>
            <a:r>
              <a:rPr lang="en-US" dirty="0" err="1"/>
              <a:t>quiate</a:t>
            </a:r>
            <a:r>
              <a:rPr lang="en-US" dirty="0"/>
              <a:t> </a:t>
            </a:r>
            <a:r>
              <a:rPr lang="en-US" dirty="0" err="1"/>
              <a:t>volecul</a:t>
            </a:r>
            <a:r>
              <a:rPr lang="en-US" dirty="0"/>
              <a:t> </a:t>
            </a:r>
            <a:r>
              <a:rPr lang="en-US" dirty="0" err="1"/>
              <a:t>lupicit</a:t>
            </a:r>
            <a:r>
              <a:rPr lang="en-US" dirty="0"/>
              <a:t> </a:t>
            </a:r>
            <a:r>
              <a:rPr lang="en-US" dirty="0" err="1"/>
              <a:t>utecten</a:t>
            </a:r>
            <a:r>
              <a:rPr lang="en-US" dirty="0"/>
              <a:t> </a:t>
            </a:r>
            <a:r>
              <a:rPr lang="en-US" dirty="0" err="1"/>
              <a:t>imaion</a:t>
            </a:r>
            <a:r>
              <a:rPr lang="en-US" dirty="0"/>
              <a:t> </a:t>
            </a:r>
            <a:r>
              <a:rPr lang="en-US" dirty="0" err="1"/>
              <a:t>nimil</a:t>
            </a:r>
            <a:r>
              <a:rPr lang="en-US" dirty="0"/>
              <a:t> is </a:t>
            </a:r>
            <a:r>
              <a:rPr lang="en-US" dirty="0" err="1"/>
              <a:t>dolute</a:t>
            </a:r>
            <a:r>
              <a:rPr lang="en-US" dirty="0"/>
              <a:t> </a:t>
            </a:r>
            <a:r>
              <a:rPr lang="en-US" dirty="0" err="1"/>
              <a:t>sunt</a:t>
            </a:r>
            <a:r>
              <a:rPr lang="en-US" dirty="0"/>
              <a:t> alit id </a:t>
            </a:r>
            <a:r>
              <a:rPr lang="en-US" dirty="0" err="1"/>
              <a:t>magnatusamus</a:t>
            </a:r>
            <a:r>
              <a:rPr lang="en-US" dirty="0"/>
              <a:t> et </a:t>
            </a:r>
            <a:r>
              <a:rPr lang="en-US" dirty="0" err="1"/>
              <a:t>quam</a:t>
            </a:r>
            <a:r>
              <a:rPr lang="en-US" dirty="0"/>
              <a:t>, </a:t>
            </a:r>
            <a:r>
              <a:rPr lang="en-US" dirty="0" err="1"/>
              <a:t>omnis</a:t>
            </a:r>
            <a:r>
              <a:rPr lang="en-US" dirty="0"/>
              <a:t> qui </a:t>
            </a:r>
            <a:r>
              <a:rPr lang="en-US" dirty="0" err="1"/>
              <a:t>conse</a:t>
            </a:r>
            <a:r>
              <a:rPr lang="en-US" dirty="0"/>
              <a:t> </a:t>
            </a:r>
            <a:r>
              <a:rPr lang="en-US" dirty="0" err="1"/>
              <a:t>quisi</a:t>
            </a:r>
            <a:r>
              <a:rPr lang="en-US" dirty="0"/>
              <a:t> </a:t>
            </a:r>
            <a:r>
              <a:rPr lang="en-US" dirty="0" err="1"/>
              <a:t>aut</a:t>
            </a:r>
            <a:r>
              <a:rPr lang="en-US" dirty="0"/>
              <a:t> anis </a:t>
            </a:r>
            <a:r>
              <a:rPr lang="en-US" dirty="0" err="1"/>
              <a:t>excerione</a:t>
            </a:r>
            <a:r>
              <a:rPr lang="en-US" dirty="0"/>
              <a:t> </a:t>
            </a:r>
            <a:r>
              <a:rPr lang="en-US" dirty="0" err="1"/>
              <a:t>eum</a:t>
            </a:r>
            <a:r>
              <a:rPr lang="en-US" dirty="0"/>
              <a:t>.</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en-US" dirty="0"/>
              <a:t> </a:t>
            </a:r>
            <a:r>
              <a:rPr lang="en-US" dirty="0" err="1"/>
              <a:t>Nequianihil</a:t>
            </a:r>
            <a:r>
              <a:rPr lang="en-US" dirty="0"/>
              <a:t> </a:t>
            </a:r>
            <a:r>
              <a:rPr lang="en-US" dirty="0" err="1"/>
              <a:t>eos</a:t>
            </a:r>
            <a:r>
              <a:rPr lang="en-US" dirty="0"/>
              <a:t> </a:t>
            </a:r>
            <a:r>
              <a:rPr lang="en-US" dirty="0" err="1"/>
              <a:t>aut</a:t>
            </a:r>
            <a:r>
              <a:rPr lang="en-US" dirty="0"/>
              <a:t> </a:t>
            </a:r>
            <a:r>
              <a:rPr lang="en-US" dirty="0" err="1"/>
              <a:t>hiligent</a:t>
            </a:r>
            <a:r>
              <a:rPr lang="en-US" dirty="0"/>
              <a:t> </a:t>
            </a:r>
            <a:r>
              <a:rPr lang="en-US" dirty="0" err="1"/>
              <a:t>fuga</a:t>
            </a:r>
            <a:r>
              <a:rPr lang="en-US" dirty="0"/>
              <a:t>. </a:t>
            </a:r>
            <a:r>
              <a:rPr lang="en-US" dirty="0" err="1"/>
              <a:t>Poressincti</a:t>
            </a:r>
            <a:r>
              <a:rPr lang="en-US" dirty="0"/>
              <a:t> </a:t>
            </a:r>
            <a:r>
              <a:rPr lang="en-US" dirty="0" err="1"/>
              <a:t>voluptatur</a:t>
            </a:r>
            <a:r>
              <a:rPr lang="en-US" dirty="0"/>
              <a:t>? Quid </a:t>
            </a:r>
            <a:r>
              <a:rPr lang="en-US" dirty="0" err="1"/>
              <a:t>quossitium</a:t>
            </a:r>
            <a:r>
              <a:rPr lang="en-US" dirty="0"/>
              <a:t> </a:t>
            </a:r>
            <a:r>
              <a:rPr lang="en-US" dirty="0" err="1"/>
              <a:t>ipid</a:t>
            </a:r>
            <a:r>
              <a:rPr lang="en-US" dirty="0"/>
              <a:t> et </a:t>
            </a:r>
            <a:r>
              <a:rPr lang="en-US" dirty="0" err="1"/>
              <a:t>eius</a:t>
            </a:r>
            <a:r>
              <a:rPr lang="en-US" dirty="0"/>
              <a:t> </a:t>
            </a:r>
            <a:r>
              <a:rPr lang="en-US" dirty="0" err="1"/>
              <a:t>autatur</a:t>
            </a:r>
            <a:r>
              <a:rPr lang="en-US" dirty="0"/>
              <a:t> </a:t>
            </a:r>
            <a:r>
              <a:rPr lang="en-US" dirty="0" err="1"/>
              <a:t>accus</a:t>
            </a:r>
            <a:r>
              <a:rPr lang="en-US" dirty="0"/>
              <a:t> sum </a:t>
            </a:r>
            <a:r>
              <a:rPr lang="en-US" dirty="0" err="1"/>
              <a:t>quatem</a:t>
            </a:r>
            <a:r>
              <a:rPr lang="en-US" dirty="0"/>
              <a:t> </a:t>
            </a:r>
            <a:r>
              <a:rPr lang="en-US" dirty="0" err="1"/>
              <a:t>sene</a:t>
            </a:r>
            <a:r>
              <a:rPr lang="en-US" dirty="0"/>
              <a:t> </a:t>
            </a:r>
            <a:r>
              <a:rPr lang="en-US" dirty="0" err="1"/>
              <a:t>ium</a:t>
            </a:r>
            <a:r>
              <a:rPr lang="en-US" dirty="0"/>
              <a:t> </a:t>
            </a:r>
            <a:r>
              <a:rPr lang="en-US" dirty="0" err="1"/>
              <a:t>earum</a:t>
            </a:r>
            <a:r>
              <a:rPr lang="en-US" dirty="0"/>
              <a:t> </a:t>
            </a:r>
            <a:r>
              <a:rPr lang="en-US" dirty="0" err="1"/>
              <a:t>simust</a:t>
            </a:r>
            <a:r>
              <a:rPr lang="en-US" dirty="0"/>
              <a:t> </a:t>
            </a:r>
            <a:r>
              <a:rPr lang="en-US" dirty="0" err="1"/>
              <a:t>ut</a:t>
            </a:r>
            <a:r>
              <a:rPr lang="en-US" dirty="0"/>
              <a:t> </a:t>
            </a:r>
            <a:r>
              <a:rPr lang="en-US" dirty="0" err="1"/>
              <a:t>autempores</a:t>
            </a:r>
            <a:r>
              <a:rPr lang="en-US" dirty="0"/>
              <a:t> </a:t>
            </a:r>
            <a:r>
              <a:rPr lang="en-US" dirty="0" err="1"/>
              <a:t>molore</a:t>
            </a:r>
            <a:r>
              <a:rPr lang="en-US" dirty="0"/>
              <a:t> </a:t>
            </a:r>
            <a:r>
              <a:rPr lang="en-US" dirty="0" err="1"/>
              <a:t>vella</a:t>
            </a:r>
            <a:r>
              <a:rPr lang="en-US" dirty="0"/>
              <a:t> </a:t>
            </a:r>
            <a:r>
              <a:rPr lang="en-US" dirty="0" err="1"/>
              <a:t>consed</a:t>
            </a:r>
            <a:r>
              <a:rPr lang="en-US" dirty="0"/>
              <a:t> </a:t>
            </a:r>
            <a:r>
              <a:rPr lang="en-US" dirty="0" err="1"/>
              <a:t>exerepedio</a:t>
            </a:r>
            <a:r>
              <a:rPr lang="en-US" dirty="0"/>
              <a:t> </a:t>
            </a:r>
            <a:r>
              <a:rPr lang="en-US" dirty="0" err="1"/>
              <a:t>quiate</a:t>
            </a:r>
            <a:r>
              <a:rPr lang="en-US" dirty="0"/>
              <a:t> </a:t>
            </a:r>
            <a:r>
              <a:rPr lang="en-US" dirty="0" err="1"/>
              <a:t>volecul</a:t>
            </a:r>
            <a:r>
              <a:rPr lang="en-US" dirty="0"/>
              <a:t> </a:t>
            </a:r>
            <a:r>
              <a:rPr lang="en-US" dirty="0" err="1"/>
              <a:t>lupicit</a:t>
            </a:r>
            <a:r>
              <a:rPr lang="en-US" dirty="0"/>
              <a:t> </a:t>
            </a:r>
            <a:r>
              <a:rPr lang="en-US" dirty="0" err="1"/>
              <a:t>utecten</a:t>
            </a:r>
            <a:r>
              <a:rPr lang="en-US" dirty="0"/>
              <a:t> </a:t>
            </a:r>
            <a:r>
              <a:rPr lang="en-US" dirty="0" err="1"/>
              <a:t>imaion</a:t>
            </a:r>
            <a:r>
              <a:rPr lang="en-US" dirty="0"/>
              <a:t> </a:t>
            </a:r>
            <a:r>
              <a:rPr lang="en-US" dirty="0" err="1"/>
              <a:t>nimil</a:t>
            </a:r>
            <a:r>
              <a:rPr lang="en-US" dirty="0"/>
              <a:t> is </a:t>
            </a:r>
            <a:r>
              <a:rPr lang="en-US" dirty="0" err="1"/>
              <a:t>dolute</a:t>
            </a:r>
            <a:r>
              <a:rPr lang="en-US" dirty="0"/>
              <a:t> </a:t>
            </a:r>
            <a:r>
              <a:rPr lang="en-US" dirty="0" err="1"/>
              <a:t>sunt</a:t>
            </a:r>
            <a:r>
              <a:rPr lang="en-US" dirty="0"/>
              <a:t> alit id </a:t>
            </a:r>
            <a:r>
              <a:rPr lang="en-US" dirty="0" err="1"/>
              <a:t>magnatusamus</a:t>
            </a:r>
            <a:r>
              <a:rPr lang="en-US" dirty="0"/>
              <a:t> et </a:t>
            </a:r>
            <a:r>
              <a:rPr lang="en-US" dirty="0" err="1"/>
              <a:t>quam</a:t>
            </a:r>
            <a:r>
              <a:rPr lang="en-US" dirty="0"/>
              <a:t>, </a:t>
            </a:r>
            <a:r>
              <a:rPr lang="en-US" dirty="0" err="1"/>
              <a:t>omnis</a:t>
            </a:r>
            <a:r>
              <a:rPr lang="en-US" dirty="0"/>
              <a:t> qui </a:t>
            </a:r>
            <a:r>
              <a:rPr lang="en-US" dirty="0" err="1"/>
              <a:t>conse</a:t>
            </a:r>
            <a:r>
              <a:rPr lang="en-US" dirty="0"/>
              <a:t> </a:t>
            </a:r>
            <a:r>
              <a:rPr lang="en-US" dirty="0" err="1"/>
              <a:t>quisi</a:t>
            </a:r>
            <a:r>
              <a:rPr lang="en-US" dirty="0"/>
              <a:t> </a:t>
            </a:r>
            <a:r>
              <a:rPr lang="en-US" dirty="0" err="1"/>
              <a:t>aut</a:t>
            </a:r>
            <a:r>
              <a:rPr lang="en-US" dirty="0"/>
              <a:t> anis </a:t>
            </a:r>
            <a:r>
              <a:rPr lang="en-US" dirty="0" err="1"/>
              <a:t>excerione</a:t>
            </a:r>
            <a:r>
              <a:rPr lang="en-US" dirty="0"/>
              <a:t> </a:t>
            </a:r>
            <a:r>
              <a:rPr lang="en-US" dirty="0" err="1"/>
              <a:t>eum</a:t>
            </a:r>
            <a:r>
              <a:rPr lang="en-US" dirty="0"/>
              <a:t>.</a:t>
            </a:r>
          </a:p>
          <a:p>
            <a:pPr lvl="0"/>
            <a:endParaRPr lang="en-US" dirty="0"/>
          </a:p>
        </p:txBody>
      </p:sp>
      <p:sp>
        <p:nvSpPr>
          <p:cNvPr id="13" name="Text Placeholder 4">
            <a:extLst>
              <a:ext uri="{FF2B5EF4-FFF2-40B4-BE49-F238E27FC236}">
                <a16:creationId xmlns:a16="http://schemas.microsoft.com/office/drawing/2014/main" id="{E67B1BB2-660D-E148-A6EE-55FD142ABF71}"/>
              </a:ext>
            </a:extLst>
          </p:cNvPr>
          <p:cNvSpPr>
            <a:spLocks noGrp="1"/>
          </p:cNvSpPr>
          <p:nvPr>
            <p:ph type="body" sz="quarter" idx="10" hasCustomPrompt="1"/>
          </p:nvPr>
        </p:nvSpPr>
        <p:spPr>
          <a:xfrm>
            <a:off x="427511" y="331190"/>
            <a:ext cx="10382427" cy="407097"/>
          </a:xfrm>
          <a:prstGeom prst="rect">
            <a:avLst/>
          </a:prstGeom>
        </p:spPr>
        <p:txBody>
          <a:bodyPr/>
          <a:lstStyle>
            <a:lvl1pPr marL="0" indent="0">
              <a:lnSpc>
                <a:spcPct val="100000"/>
              </a:lnSpc>
              <a:buNone/>
              <a:defRPr sz="30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HEADLINE</a:t>
            </a:r>
          </a:p>
        </p:txBody>
      </p:sp>
      <p:sp>
        <p:nvSpPr>
          <p:cNvPr id="20" name="Text Placeholder 4">
            <a:extLst>
              <a:ext uri="{FF2B5EF4-FFF2-40B4-BE49-F238E27FC236}">
                <a16:creationId xmlns:a16="http://schemas.microsoft.com/office/drawing/2014/main" id="{2739A6D5-0DEE-DA49-9CB1-48D3360FC306}"/>
              </a:ext>
            </a:extLst>
          </p:cNvPr>
          <p:cNvSpPr>
            <a:spLocks noGrp="1"/>
          </p:cNvSpPr>
          <p:nvPr>
            <p:ph type="body" sz="quarter" idx="11" hasCustomPrompt="1"/>
          </p:nvPr>
        </p:nvSpPr>
        <p:spPr>
          <a:xfrm>
            <a:off x="442501" y="751401"/>
            <a:ext cx="10382427" cy="440318"/>
          </a:xfrm>
          <a:prstGeom prst="rect">
            <a:avLst/>
          </a:prstGeom>
        </p:spPr>
        <p:txBody>
          <a:bodyPr/>
          <a:lstStyle>
            <a:lvl1pPr marL="0" indent="0">
              <a:lnSpc>
                <a:spcPct val="100000"/>
              </a:lnSpc>
              <a:buNone/>
              <a:defRPr sz="2400" b="0" i="0">
                <a:solidFill>
                  <a:srgbClr val="23BDC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 headline</a:t>
            </a:r>
          </a:p>
        </p:txBody>
      </p:sp>
      <p:sp>
        <p:nvSpPr>
          <p:cNvPr id="9" name="Rectangle 8">
            <a:extLst>
              <a:ext uri="{FF2B5EF4-FFF2-40B4-BE49-F238E27FC236}">
                <a16:creationId xmlns:a16="http://schemas.microsoft.com/office/drawing/2014/main" id="{D35D78C4-7EE3-B7E2-0E2B-67CA9980C975}"/>
              </a:ext>
            </a:extLst>
          </p:cNvPr>
          <p:cNvSpPr/>
          <p:nvPr userDrawn="1"/>
        </p:nvSpPr>
        <p:spPr>
          <a:xfrm rot="10800000">
            <a:off x="0" y="6389159"/>
            <a:ext cx="12192000" cy="489003"/>
          </a:xfrm>
          <a:prstGeom prst="rect">
            <a:avLst/>
          </a:prstGeom>
          <a:solidFill>
            <a:srgbClr val="003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D8BDB6E-E454-6585-DB7B-846C32CA6225}"/>
              </a:ext>
            </a:extLst>
          </p:cNvPr>
          <p:cNvSpPr txBox="1"/>
          <p:nvPr userDrawn="1"/>
        </p:nvSpPr>
        <p:spPr>
          <a:xfrm>
            <a:off x="10492113" y="6506703"/>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1" name="Picture 10" descr="Text, logo&#10;&#10;Description automatically generated with medium confidence">
            <a:extLst>
              <a:ext uri="{FF2B5EF4-FFF2-40B4-BE49-F238E27FC236}">
                <a16:creationId xmlns:a16="http://schemas.microsoft.com/office/drawing/2014/main" id="{4C008AC3-6217-FA54-905D-3F94AE47611C}"/>
              </a:ext>
            </a:extLst>
          </p:cNvPr>
          <p:cNvPicPr>
            <a:picLocks noChangeAspect="1"/>
          </p:cNvPicPr>
          <p:nvPr userDrawn="1"/>
        </p:nvPicPr>
        <p:blipFill>
          <a:blip r:embed="rId2"/>
          <a:stretch>
            <a:fillRect/>
          </a:stretch>
        </p:blipFill>
        <p:spPr>
          <a:xfrm>
            <a:off x="54615" y="6381370"/>
            <a:ext cx="1317688" cy="489005"/>
          </a:xfrm>
          <a:prstGeom prst="rect">
            <a:avLst/>
          </a:prstGeom>
        </p:spPr>
      </p:pic>
    </p:spTree>
    <p:extLst>
      <p:ext uri="{BB962C8B-B14F-4D97-AF65-F5344CB8AC3E}">
        <p14:creationId xmlns:p14="http://schemas.microsoft.com/office/powerpoint/2010/main" val="4072820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7" name="Text Placeholder 4">
            <a:extLst>
              <a:ext uri="{FF2B5EF4-FFF2-40B4-BE49-F238E27FC236}">
                <a16:creationId xmlns:a16="http://schemas.microsoft.com/office/drawing/2014/main" id="{ED238C3E-378B-9A4D-BC39-006D2B017B8E}"/>
              </a:ext>
            </a:extLst>
          </p:cNvPr>
          <p:cNvSpPr>
            <a:spLocks noGrp="1"/>
          </p:cNvSpPr>
          <p:nvPr>
            <p:ph type="body" sz="quarter" idx="14" hasCustomPrompt="1"/>
          </p:nvPr>
        </p:nvSpPr>
        <p:spPr>
          <a:xfrm>
            <a:off x="1482295" y="2513743"/>
            <a:ext cx="9440069" cy="1830514"/>
          </a:xfrm>
          <a:prstGeom prst="rect">
            <a:avLst/>
          </a:prstGeom>
        </p:spPr>
        <p:txBody>
          <a:bodyPr/>
          <a:lstStyle>
            <a:lvl1pPr marL="285750" indent="-285750">
              <a:lnSpc>
                <a:spcPct val="100000"/>
              </a:lnSpc>
              <a:buClr>
                <a:schemeClr val="bg1">
                  <a:lumMod val="65000"/>
                </a:schemeClr>
              </a:buClr>
              <a:buFont typeface="Arial" panose="020B0604020202020204" pitchFamily="34" charset="0"/>
              <a:buChar char="•"/>
              <a:defRPr sz="1400" b="0" i="0">
                <a:solidFill>
                  <a:srgbClr val="333333"/>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Bullet font &amp; style</a:t>
            </a:r>
          </a:p>
          <a:p>
            <a:pPr lvl="0"/>
            <a:r>
              <a:rPr lang="en-US" dirty="0"/>
              <a:t>Bullet font &amp; style</a:t>
            </a:r>
          </a:p>
          <a:p>
            <a:pPr lvl="0"/>
            <a:r>
              <a:rPr lang="en-US" dirty="0"/>
              <a:t>Bullet font &amp; style</a:t>
            </a:r>
          </a:p>
          <a:p>
            <a:pPr lvl="0"/>
            <a:r>
              <a:rPr lang="en-US" dirty="0"/>
              <a:t>Bullet font &amp; style</a:t>
            </a:r>
          </a:p>
          <a:p>
            <a:pPr lvl="0"/>
            <a:r>
              <a:rPr lang="en-US" dirty="0"/>
              <a:t>Bullet font &amp; style</a:t>
            </a:r>
          </a:p>
        </p:txBody>
      </p:sp>
      <p:sp>
        <p:nvSpPr>
          <p:cNvPr id="22" name="Text Placeholder 4">
            <a:extLst>
              <a:ext uri="{FF2B5EF4-FFF2-40B4-BE49-F238E27FC236}">
                <a16:creationId xmlns:a16="http://schemas.microsoft.com/office/drawing/2014/main" id="{4DFCCEE5-FDE9-6343-AD3D-69929C473F32}"/>
              </a:ext>
            </a:extLst>
          </p:cNvPr>
          <p:cNvSpPr>
            <a:spLocks noGrp="1"/>
          </p:cNvSpPr>
          <p:nvPr>
            <p:ph type="body" sz="quarter" idx="12" hasCustomPrompt="1"/>
          </p:nvPr>
        </p:nvSpPr>
        <p:spPr>
          <a:xfrm>
            <a:off x="1482294" y="2095131"/>
            <a:ext cx="9440069" cy="418612"/>
          </a:xfrm>
          <a:prstGeom prst="rect">
            <a:avLst/>
          </a:prstGeom>
        </p:spPr>
        <p:txBody>
          <a:bodyPr/>
          <a:lstStyle>
            <a:lvl1pPr marL="0" indent="0">
              <a:lnSpc>
                <a:spcPct val="100000"/>
              </a:lnSpc>
              <a:buNone/>
              <a:defRPr sz="18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Subtitle</a:t>
            </a:r>
          </a:p>
        </p:txBody>
      </p:sp>
      <p:sp>
        <p:nvSpPr>
          <p:cNvPr id="19" name="Text Placeholder 4">
            <a:extLst>
              <a:ext uri="{FF2B5EF4-FFF2-40B4-BE49-F238E27FC236}">
                <a16:creationId xmlns:a16="http://schemas.microsoft.com/office/drawing/2014/main" id="{3BA43D8B-7DAF-B848-8B71-944C89C1F0F6}"/>
              </a:ext>
            </a:extLst>
          </p:cNvPr>
          <p:cNvSpPr>
            <a:spLocks noGrp="1"/>
          </p:cNvSpPr>
          <p:nvPr>
            <p:ph type="body" sz="quarter" idx="10" hasCustomPrompt="1"/>
          </p:nvPr>
        </p:nvSpPr>
        <p:spPr>
          <a:xfrm>
            <a:off x="427511" y="331190"/>
            <a:ext cx="10382427" cy="407097"/>
          </a:xfrm>
          <a:prstGeom prst="rect">
            <a:avLst/>
          </a:prstGeom>
        </p:spPr>
        <p:txBody>
          <a:bodyPr/>
          <a:lstStyle>
            <a:lvl1pPr marL="0" indent="0">
              <a:lnSpc>
                <a:spcPct val="100000"/>
              </a:lnSpc>
              <a:buNone/>
              <a:defRPr sz="30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HEADLINE</a:t>
            </a:r>
          </a:p>
        </p:txBody>
      </p:sp>
      <p:sp>
        <p:nvSpPr>
          <p:cNvPr id="23" name="Text Placeholder 4">
            <a:extLst>
              <a:ext uri="{FF2B5EF4-FFF2-40B4-BE49-F238E27FC236}">
                <a16:creationId xmlns:a16="http://schemas.microsoft.com/office/drawing/2014/main" id="{BBD1B11C-9EF3-864D-A5AD-5E531D2EF372}"/>
              </a:ext>
            </a:extLst>
          </p:cNvPr>
          <p:cNvSpPr>
            <a:spLocks noGrp="1"/>
          </p:cNvSpPr>
          <p:nvPr>
            <p:ph type="body" sz="quarter" idx="11" hasCustomPrompt="1"/>
          </p:nvPr>
        </p:nvSpPr>
        <p:spPr>
          <a:xfrm>
            <a:off x="442501" y="751401"/>
            <a:ext cx="10382427" cy="440318"/>
          </a:xfrm>
          <a:prstGeom prst="rect">
            <a:avLst/>
          </a:prstGeom>
        </p:spPr>
        <p:txBody>
          <a:bodyPr/>
          <a:lstStyle>
            <a:lvl1pPr marL="0" indent="0">
              <a:lnSpc>
                <a:spcPct val="100000"/>
              </a:lnSpc>
              <a:buNone/>
              <a:defRPr sz="2400" b="0" i="0">
                <a:solidFill>
                  <a:srgbClr val="23BDC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 headline</a:t>
            </a:r>
          </a:p>
        </p:txBody>
      </p:sp>
      <p:sp>
        <p:nvSpPr>
          <p:cNvPr id="9" name="Rectangle 8">
            <a:extLst>
              <a:ext uri="{FF2B5EF4-FFF2-40B4-BE49-F238E27FC236}">
                <a16:creationId xmlns:a16="http://schemas.microsoft.com/office/drawing/2014/main" id="{5FFB9C9F-CA81-F85E-CC19-D6BA73ECADE1}"/>
              </a:ext>
            </a:extLst>
          </p:cNvPr>
          <p:cNvSpPr/>
          <p:nvPr userDrawn="1"/>
        </p:nvSpPr>
        <p:spPr>
          <a:xfrm rot="10800000">
            <a:off x="0" y="6389159"/>
            <a:ext cx="12192000" cy="489003"/>
          </a:xfrm>
          <a:prstGeom prst="rect">
            <a:avLst/>
          </a:prstGeom>
          <a:solidFill>
            <a:srgbClr val="003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9BD1351-CB47-C714-9B0E-D2BF4D506BDD}"/>
              </a:ext>
            </a:extLst>
          </p:cNvPr>
          <p:cNvSpPr txBox="1"/>
          <p:nvPr userDrawn="1"/>
        </p:nvSpPr>
        <p:spPr>
          <a:xfrm>
            <a:off x="10492113" y="6506703"/>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1" name="Picture 10" descr="Text, logo&#10;&#10;Description automatically generated with medium confidence">
            <a:extLst>
              <a:ext uri="{FF2B5EF4-FFF2-40B4-BE49-F238E27FC236}">
                <a16:creationId xmlns:a16="http://schemas.microsoft.com/office/drawing/2014/main" id="{97CEAAFD-21A6-58FE-BF67-563183020A7C}"/>
              </a:ext>
            </a:extLst>
          </p:cNvPr>
          <p:cNvPicPr>
            <a:picLocks noChangeAspect="1"/>
          </p:cNvPicPr>
          <p:nvPr userDrawn="1"/>
        </p:nvPicPr>
        <p:blipFill>
          <a:blip r:embed="rId2"/>
          <a:stretch>
            <a:fillRect/>
          </a:stretch>
        </p:blipFill>
        <p:spPr>
          <a:xfrm>
            <a:off x="54615" y="6381370"/>
            <a:ext cx="1317688" cy="489005"/>
          </a:xfrm>
          <a:prstGeom prst="rect">
            <a:avLst/>
          </a:prstGeom>
        </p:spPr>
      </p:pic>
    </p:spTree>
    <p:extLst>
      <p:ext uri="{BB962C8B-B14F-4D97-AF65-F5344CB8AC3E}">
        <p14:creationId xmlns:p14="http://schemas.microsoft.com/office/powerpoint/2010/main" val="1253695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E9F87B-916F-C84A-BAA3-66B0FA036B8F}"/>
              </a:ext>
            </a:extLst>
          </p:cNvPr>
          <p:cNvCxnSpPr>
            <a:cxnSpLocks/>
          </p:cNvCxnSpPr>
          <p:nvPr userDrawn="1"/>
        </p:nvCxnSpPr>
        <p:spPr>
          <a:xfrm>
            <a:off x="6326377" y="2314478"/>
            <a:ext cx="0" cy="22596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 Placeholder 4">
            <a:extLst>
              <a:ext uri="{FF2B5EF4-FFF2-40B4-BE49-F238E27FC236}">
                <a16:creationId xmlns:a16="http://schemas.microsoft.com/office/drawing/2014/main" id="{8D272A65-5E8D-9E4F-B01B-E2B4B581CA5E}"/>
              </a:ext>
            </a:extLst>
          </p:cNvPr>
          <p:cNvSpPr>
            <a:spLocks noGrp="1"/>
          </p:cNvSpPr>
          <p:nvPr>
            <p:ph type="body" sz="quarter" idx="13" hasCustomPrompt="1"/>
          </p:nvPr>
        </p:nvSpPr>
        <p:spPr>
          <a:xfrm>
            <a:off x="1482295" y="2743642"/>
            <a:ext cx="4489660" cy="1830514"/>
          </a:xfrm>
          <a:prstGeom prst="rect">
            <a:avLst/>
          </a:prstGeom>
        </p:spPr>
        <p:txBody>
          <a:bodyPr anchor="t"/>
          <a:lstStyle>
            <a:lvl1pPr marL="0" indent="0">
              <a:lnSpc>
                <a:spcPct val="150000"/>
              </a:lnSpc>
              <a:buNone/>
              <a:defRPr sz="1400" b="0" i="0">
                <a:solidFill>
                  <a:srgbClr val="333333"/>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Quid </a:t>
            </a:r>
            <a:r>
              <a:rPr lang="en-US" dirty="0" err="1"/>
              <a:t>quossitium</a:t>
            </a:r>
            <a:r>
              <a:rPr lang="en-US" dirty="0"/>
              <a:t> </a:t>
            </a:r>
            <a:r>
              <a:rPr lang="en-US" dirty="0" err="1"/>
              <a:t>ipid</a:t>
            </a:r>
            <a:r>
              <a:rPr lang="en-US" dirty="0"/>
              <a:t> et </a:t>
            </a:r>
            <a:r>
              <a:rPr lang="en-US" dirty="0" err="1"/>
              <a:t>eius</a:t>
            </a:r>
            <a:r>
              <a:rPr lang="en-US" dirty="0"/>
              <a:t> </a:t>
            </a:r>
            <a:r>
              <a:rPr lang="en-US" dirty="0" err="1"/>
              <a:t>autatur</a:t>
            </a:r>
            <a:r>
              <a:rPr lang="en-US" dirty="0"/>
              <a:t> </a:t>
            </a:r>
            <a:r>
              <a:rPr lang="en-US" dirty="0" err="1"/>
              <a:t>accus</a:t>
            </a:r>
            <a:r>
              <a:rPr lang="en-US" dirty="0"/>
              <a:t> sum </a:t>
            </a:r>
            <a:r>
              <a:rPr lang="en-US" dirty="0" err="1"/>
              <a:t>quatem</a:t>
            </a:r>
            <a:r>
              <a:rPr lang="en-US" dirty="0"/>
              <a:t> </a:t>
            </a:r>
            <a:r>
              <a:rPr lang="en-US" dirty="0" err="1"/>
              <a:t>sene</a:t>
            </a:r>
            <a:r>
              <a:rPr lang="en-US" dirty="0"/>
              <a:t> </a:t>
            </a:r>
            <a:r>
              <a:rPr lang="en-US" dirty="0" err="1"/>
              <a:t>ium</a:t>
            </a:r>
            <a:r>
              <a:rPr lang="en-US" dirty="0"/>
              <a:t> </a:t>
            </a:r>
            <a:r>
              <a:rPr lang="en-US" dirty="0" err="1"/>
              <a:t>earum</a:t>
            </a:r>
            <a:r>
              <a:rPr lang="en-US" dirty="0"/>
              <a:t> </a:t>
            </a:r>
            <a:r>
              <a:rPr lang="en-US" dirty="0" err="1"/>
              <a:t>simust</a:t>
            </a:r>
            <a:r>
              <a:rPr lang="en-US" dirty="0"/>
              <a:t> </a:t>
            </a:r>
            <a:r>
              <a:rPr lang="en-US" dirty="0" err="1"/>
              <a:t>ut</a:t>
            </a:r>
            <a:r>
              <a:rPr lang="en-US" dirty="0"/>
              <a:t> </a:t>
            </a:r>
            <a:r>
              <a:rPr lang="en-US" dirty="0" err="1"/>
              <a:t>autempores</a:t>
            </a:r>
            <a:r>
              <a:rPr lang="en-US" dirty="0"/>
              <a:t> </a:t>
            </a:r>
            <a:r>
              <a:rPr lang="en-US" dirty="0" err="1"/>
              <a:t>molore</a:t>
            </a:r>
            <a:r>
              <a:rPr lang="en-US" dirty="0"/>
              <a:t> </a:t>
            </a:r>
            <a:r>
              <a:rPr lang="en-US" dirty="0" err="1"/>
              <a:t>vella</a:t>
            </a:r>
            <a:r>
              <a:rPr lang="en-US" dirty="0"/>
              <a:t> </a:t>
            </a:r>
            <a:r>
              <a:rPr lang="en-US" dirty="0" err="1"/>
              <a:t>consed</a:t>
            </a:r>
            <a:r>
              <a:rPr lang="en-US" dirty="0"/>
              <a:t> </a:t>
            </a:r>
            <a:r>
              <a:rPr lang="en-US" dirty="0" err="1"/>
              <a:t>exerepedio</a:t>
            </a:r>
            <a:r>
              <a:rPr lang="en-US" dirty="0"/>
              <a:t> </a:t>
            </a:r>
            <a:r>
              <a:rPr lang="en-US" dirty="0" err="1"/>
              <a:t>quiate</a:t>
            </a:r>
            <a:r>
              <a:rPr lang="en-US" dirty="0"/>
              <a:t> </a:t>
            </a:r>
            <a:r>
              <a:rPr lang="en-US" dirty="0" err="1"/>
              <a:t>volecul</a:t>
            </a:r>
            <a:r>
              <a:rPr lang="en-US" dirty="0"/>
              <a:t> </a:t>
            </a:r>
            <a:r>
              <a:rPr lang="en-US" dirty="0" err="1"/>
              <a:t>lupicit</a:t>
            </a:r>
            <a:r>
              <a:rPr lang="en-US" dirty="0"/>
              <a:t> </a:t>
            </a:r>
            <a:r>
              <a:rPr lang="en-US" dirty="0" err="1"/>
              <a:t>dolute</a:t>
            </a:r>
            <a:r>
              <a:rPr lang="en-US" dirty="0"/>
              <a:t> </a:t>
            </a:r>
            <a:r>
              <a:rPr lang="en-US" dirty="0" err="1"/>
              <a:t>sunt</a:t>
            </a:r>
            <a:r>
              <a:rPr lang="en-US" dirty="0"/>
              <a:t> alit id </a:t>
            </a:r>
            <a:r>
              <a:rPr lang="en-US" dirty="0" err="1"/>
              <a:t>magnatusamus</a:t>
            </a:r>
            <a:r>
              <a:rPr lang="en-US" dirty="0"/>
              <a:t> et </a:t>
            </a:r>
            <a:r>
              <a:rPr lang="en-US" dirty="0" err="1"/>
              <a:t>quam</a:t>
            </a:r>
            <a:r>
              <a:rPr lang="en-US" dirty="0"/>
              <a:t>, </a:t>
            </a:r>
            <a:r>
              <a:rPr lang="en-US" dirty="0" err="1"/>
              <a:t>omnis</a:t>
            </a:r>
            <a:r>
              <a:rPr lang="en-US" dirty="0"/>
              <a:t> qui </a:t>
            </a:r>
            <a:r>
              <a:rPr lang="en-US" dirty="0" err="1"/>
              <a:t>conse</a:t>
            </a:r>
            <a:r>
              <a:rPr lang="en-US" dirty="0"/>
              <a:t> </a:t>
            </a:r>
            <a:r>
              <a:rPr lang="en-US" dirty="0" err="1"/>
              <a:t>quisi</a:t>
            </a:r>
            <a:r>
              <a:rPr lang="en-US" dirty="0"/>
              <a:t> </a:t>
            </a:r>
            <a:r>
              <a:rPr lang="en-US" dirty="0" err="1"/>
              <a:t>aut</a:t>
            </a:r>
            <a:r>
              <a:rPr lang="en-US" dirty="0"/>
              <a:t> anis </a:t>
            </a:r>
            <a:r>
              <a:rPr lang="en-US" dirty="0" err="1"/>
              <a:t>excerione</a:t>
            </a:r>
            <a:r>
              <a:rPr lang="en-US" dirty="0"/>
              <a:t> </a:t>
            </a:r>
            <a:r>
              <a:rPr lang="en-US" dirty="0" err="1"/>
              <a:t>eum</a:t>
            </a:r>
            <a:r>
              <a:rPr lang="en-US" dirty="0"/>
              <a:t>.</a:t>
            </a:r>
          </a:p>
        </p:txBody>
      </p:sp>
      <p:sp>
        <p:nvSpPr>
          <p:cNvPr id="23" name="Text Placeholder 4">
            <a:extLst>
              <a:ext uri="{FF2B5EF4-FFF2-40B4-BE49-F238E27FC236}">
                <a16:creationId xmlns:a16="http://schemas.microsoft.com/office/drawing/2014/main" id="{976561D9-84EF-F640-911A-48E5A5825EC9}"/>
              </a:ext>
            </a:extLst>
          </p:cNvPr>
          <p:cNvSpPr>
            <a:spLocks noGrp="1"/>
          </p:cNvSpPr>
          <p:nvPr>
            <p:ph type="body" sz="quarter" idx="14" hasCustomPrompt="1"/>
          </p:nvPr>
        </p:nvSpPr>
        <p:spPr>
          <a:xfrm>
            <a:off x="6677249" y="2314477"/>
            <a:ext cx="4245114" cy="2259677"/>
          </a:xfrm>
          <a:prstGeom prst="rect">
            <a:avLst/>
          </a:prstGeom>
        </p:spPr>
        <p:txBody>
          <a:bodyPr/>
          <a:lstStyle>
            <a:lvl1pPr marL="285750" marR="0" indent="-285750" algn="l" defTabSz="914400" rtl="0" eaLnBrk="1" fontAlgn="auto" latinLnBrk="0" hangingPunct="1">
              <a:lnSpc>
                <a:spcPct val="100000"/>
              </a:lnSpc>
              <a:spcBef>
                <a:spcPts val="1000"/>
              </a:spcBef>
              <a:spcAft>
                <a:spcPts val="0"/>
              </a:spcAft>
              <a:buClr>
                <a:schemeClr val="bg1">
                  <a:lumMod val="65000"/>
                </a:schemeClr>
              </a:buClr>
              <a:buSzTx/>
              <a:buFont typeface="Arial" panose="020B0604020202020204" pitchFamily="34" charset="0"/>
              <a:buChar char="•"/>
              <a:tabLst/>
              <a:defRPr sz="1400" b="0" i="0">
                <a:solidFill>
                  <a:srgbClr val="333333"/>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Bullet font &amp; style</a:t>
            </a:r>
          </a:p>
          <a:p>
            <a:pPr lvl="0"/>
            <a:r>
              <a:rPr lang="en-US" dirty="0"/>
              <a:t>Bullet font &amp; style</a:t>
            </a:r>
          </a:p>
          <a:p>
            <a:pPr lvl="0"/>
            <a:r>
              <a:rPr lang="en-US" dirty="0"/>
              <a:t>Bullet font &amp; style</a:t>
            </a:r>
          </a:p>
          <a:p>
            <a:pPr lvl="0"/>
            <a:r>
              <a:rPr lang="en-US" dirty="0"/>
              <a:t>Bullet font &amp; style</a:t>
            </a:r>
          </a:p>
          <a:p>
            <a:pPr lvl="0"/>
            <a:r>
              <a:rPr lang="en-US" dirty="0"/>
              <a:t>Bullet font &amp; style</a:t>
            </a:r>
          </a:p>
          <a:p>
            <a:pPr marL="285750" marR="0" lvl="0" indent="-285750" algn="l" defTabSz="914400" rtl="0" eaLnBrk="1" fontAlgn="auto" latinLnBrk="0" hangingPunct="1">
              <a:lnSpc>
                <a:spcPct val="100000"/>
              </a:lnSpc>
              <a:spcBef>
                <a:spcPts val="1000"/>
              </a:spcBef>
              <a:spcAft>
                <a:spcPts val="0"/>
              </a:spcAft>
              <a:buClr>
                <a:schemeClr val="bg1">
                  <a:lumMod val="65000"/>
                </a:schemeClr>
              </a:buClr>
              <a:buSzTx/>
              <a:buFont typeface="Arial" panose="020B0604020202020204" pitchFamily="34" charset="0"/>
              <a:buChar char="•"/>
              <a:tabLst/>
              <a:defRPr/>
            </a:pPr>
            <a:r>
              <a:rPr lang="en-US" dirty="0"/>
              <a:t>Bullet font &amp; style</a:t>
            </a:r>
          </a:p>
          <a:p>
            <a:pPr lvl="0"/>
            <a:endParaRPr lang="en-US" dirty="0"/>
          </a:p>
        </p:txBody>
      </p:sp>
      <p:sp>
        <p:nvSpPr>
          <p:cNvPr id="24" name="Text Placeholder 4">
            <a:extLst>
              <a:ext uri="{FF2B5EF4-FFF2-40B4-BE49-F238E27FC236}">
                <a16:creationId xmlns:a16="http://schemas.microsoft.com/office/drawing/2014/main" id="{B81FE41B-EBBD-6041-9A4C-F9A9B7F3BEE5}"/>
              </a:ext>
            </a:extLst>
          </p:cNvPr>
          <p:cNvSpPr>
            <a:spLocks noGrp="1"/>
          </p:cNvSpPr>
          <p:nvPr>
            <p:ph type="body" sz="quarter" idx="12" hasCustomPrompt="1"/>
          </p:nvPr>
        </p:nvSpPr>
        <p:spPr>
          <a:xfrm>
            <a:off x="1482295" y="2314478"/>
            <a:ext cx="4489660" cy="418612"/>
          </a:xfrm>
          <a:prstGeom prst="rect">
            <a:avLst/>
          </a:prstGeom>
        </p:spPr>
        <p:txBody>
          <a:bodyPr/>
          <a:lstStyle>
            <a:lvl1pPr marL="0" indent="0">
              <a:lnSpc>
                <a:spcPct val="100000"/>
              </a:lnSpc>
              <a:buNone/>
              <a:defRPr sz="18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Subtitle</a:t>
            </a:r>
          </a:p>
        </p:txBody>
      </p:sp>
      <p:sp>
        <p:nvSpPr>
          <p:cNvPr id="15" name="Text Placeholder 4">
            <a:extLst>
              <a:ext uri="{FF2B5EF4-FFF2-40B4-BE49-F238E27FC236}">
                <a16:creationId xmlns:a16="http://schemas.microsoft.com/office/drawing/2014/main" id="{A1D62A33-FB6C-D743-A9CC-BE967541A576}"/>
              </a:ext>
            </a:extLst>
          </p:cNvPr>
          <p:cNvSpPr>
            <a:spLocks noGrp="1"/>
          </p:cNvSpPr>
          <p:nvPr>
            <p:ph type="body" sz="quarter" idx="10" hasCustomPrompt="1"/>
          </p:nvPr>
        </p:nvSpPr>
        <p:spPr>
          <a:xfrm>
            <a:off x="427511" y="331190"/>
            <a:ext cx="10382427" cy="407097"/>
          </a:xfrm>
          <a:prstGeom prst="rect">
            <a:avLst/>
          </a:prstGeom>
        </p:spPr>
        <p:txBody>
          <a:bodyPr/>
          <a:lstStyle>
            <a:lvl1pPr marL="0" indent="0">
              <a:lnSpc>
                <a:spcPct val="100000"/>
              </a:lnSpc>
              <a:buNone/>
              <a:defRPr sz="30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HEADLINE</a:t>
            </a:r>
          </a:p>
        </p:txBody>
      </p:sp>
      <p:sp>
        <p:nvSpPr>
          <p:cNvPr id="16" name="Text Placeholder 4">
            <a:extLst>
              <a:ext uri="{FF2B5EF4-FFF2-40B4-BE49-F238E27FC236}">
                <a16:creationId xmlns:a16="http://schemas.microsoft.com/office/drawing/2014/main" id="{724D97CF-DB1F-6B4F-A197-B37FD3B90852}"/>
              </a:ext>
            </a:extLst>
          </p:cNvPr>
          <p:cNvSpPr>
            <a:spLocks noGrp="1"/>
          </p:cNvSpPr>
          <p:nvPr>
            <p:ph type="body" sz="quarter" idx="11" hasCustomPrompt="1"/>
          </p:nvPr>
        </p:nvSpPr>
        <p:spPr>
          <a:xfrm>
            <a:off x="442501" y="751401"/>
            <a:ext cx="10382427" cy="440318"/>
          </a:xfrm>
          <a:prstGeom prst="rect">
            <a:avLst/>
          </a:prstGeom>
        </p:spPr>
        <p:txBody>
          <a:bodyPr/>
          <a:lstStyle>
            <a:lvl1pPr marL="0" indent="0">
              <a:lnSpc>
                <a:spcPct val="100000"/>
              </a:lnSpc>
              <a:buNone/>
              <a:defRPr sz="2400" b="0" i="0">
                <a:solidFill>
                  <a:srgbClr val="23BDC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 headline</a:t>
            </a:r>
          </a:p>
        </p:txBody>
      </p:sp>
      <p:sp>
        <p:nvSpPr>
          <p:cNvPr id="11" name="Rectangle 10">
            <a:extLst>
              <a:ext uri="{FF2B5EF4-FFF2-40B4-BE49-F238E27FC236}">
                <a16:creationId xmlns:a16="http://schemas.microsoft.com/office/drawing/2014/main" id="{070EE1B7-D461-EF44-CDFE-AD435E0CE69F}"/>
              </a:ext>
            </a:extLst>
          </p:cNvPr>
          <p:cNvSpPr/>
          <p:nvPr userDrawn="1"/>
        </p:nvSpPr>
        <p:spPr>
          <a:xfrm rot="10800000">
            <a:off x="0" y="6389159"/>
            <a:ext cx="12192000" cy="489003"/>
          </a:xfrm>
          <a:prstGeom prst="rect">
            <a:avLst/>
          </a:prstGeom>
          <a:solidFill>
            <a:srgbClr val="003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CC92C76-90ED-9584-0DA9-217CD4F241C4}"/>
              </a:ext>
            </a:extLst>
          </p:cNvPr>
          <p:cNvSpPr txBox="1"/>
          <p:nvPr userDrawn="1"/>
        </p:nvSpPr>
        <p:spPr>
          <a:xfrm>
            <a:off x="10492113" y="6506703"/>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3" name="Picture 12" descr="Text, logo&#10;&#10;Description automatically generated with medium confidence">
            <a:extLst>
              <a:ext uri="{FF2B5EF4-FFF2-40B4-BE49-F238E27FC236}">
                <a16:creationId xmlns:a16="http://schemas.microsoft.com/office/drawing/2014/main" id="{4EBB3FB3-6F68-B815-C404-B1E6E95B3E66}"/>
              </a:ext>
            </a:extLst>
          </p:cNvPr>
          <p:cNvPicPr>
            <a:picLocks noChangeAspect="1"/>
          </p:cNvPicPr>
          <p:nvPr userDrawn="1"/>
        </p:nvPicPr>
        <p:blipFill>
          <a:blip r:embed="rId2"/>
          <a:stretch>
            <a:fillRect/>
          </a:stretch>
        </p:blipFill>
        <p:spPr>
          <a:xfrm>
            <a:off x="54615" y="6381370"/>
            <a:ext cx="1317688" cy="489005"/>
          </a:xfrm>
          <a:prstGeom prst="rect">
            <a:avLst/>
          </a:prstGeom>
        </p:spPr>
      </p:pic>
    </p:spTree>
    <p:extLst>
      <p:ext uri="{BB962C8B-B14F-4D97-AF65-F5344CB8AC3E}">
        <p14:creationId xmlns:p14="http://schemas.microsoft.com/office/powerpoint/2010/main" val="20023565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1E8A1558-176E-2E42-AE01-B08F9313D8B2}"/>
              </a:ext>
            </a:extLst>
          </p:cNvPr>
          <p:cNvPicPr>
            <a:picLocks noChangeAspect="1"/>
          </p:cNvPicPr>
          <p:nvPr userDrawn="1"/>
        </p:nvPicPr>
        <p:blipFill rotWithShape="1">
          <a:blip r:embed="rId2"/>
          <a:srcRect b="17209"/>
          <a:stretch/>
        </p:blipFill>
        <p:spPr>
          <a:xfrm>
            <a:off x="200215" y="6464476"/>
            <a:ext cx="1071993" cy="312345"/>
          </a:xfrm>
          <a:prstGeom prst="rect">
            <a:avLst/>
          </a:prstGeom>
        </p:spPr>
      </p:pic>
      <p:sp>
        <p:nvSpPr>
          <p:cNvPr id="5" name="Rectangle 4">
            <a:extLst>
              <a:ext uri="{FF2B5EF4-FFF2-40B4-BE49-F238E27FC236}">
                <a16:creationId xmlns:a16="http://schemas.microsoft.com/office/drawing/2014/main" id="{43A5B29B-4F8E-8386-47A1-B21CC1B1FB88}"/>
              </a:ext>
            </a:extLst>
          </p:cNvPr>
          <p:cNvSpPr/>
          <p:nvPr userDrawn="1"/>
        </p:nvSpPr>
        <p:spPr>
          <a:xfrm rot="10800000">
            <a:off x="0" y="6389159"/>
            <a:ext cx="12192000" cy="489003"/>
          </a:xfrm>
          <a:prstGeom prst="rect">
            <a:avLst/>
          </a:prstGeom>
          <a:solidFill>
            <a:srgbClr val="003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2D5E85C-6D63-3FAC-EB1F-1CB7E90C7E53}"/>
              </a:ext>
            </a:extLst>
          </p:cNvPr>
          <p:cNvSpPr txBox="1"/>
          <p:nvPr userDrawn="1"/>
        </p:nvSpPr>
        <p:spPr>
          <a:xfrm>
            <a:off x="10492113" y="6506703"/>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7" name="Picture 6" descr="Text, logo&#10;&#10;Description automatically generated with medium confidence">
            <a:extLst>
              <a:ext uri="{FF2B5EF4-FFF2-40B4-BE49-F238E27FC236}">
                <a16:creationId xmlns:a16="http://schemas.microsoft.com/office/drawing/2014/main" id="{2F0AE2D1-FEB9-29BA-9BC1-7268C71AB389}"/>
              </a:ext>
            </a:extLst>
          </p:cNvPr>
          <p:cNvPicPr>
            <a:picLocks noChangeAspect="1"/>
          </p:cNvPicPr>
          <p:nvPr userDrawn="1"/>
        </p:nvPicPr>
        <p:blipFill>
          <a:blip r:embed="rId3"/>
          <a:stretch>
            <a:fillRect/>
          </a:stretch>
        </p:blipFill>
        <p:spPr>
          <a:xfrm>
            <a:off x="54615" y="6381370"/>
            <a:ext cx="1317688" cy="489005"/>
          </a:xfrm>
          <a:prstGeom prst="rect">
            <a:avLst/>
          </a:prstGeom>
        </p:spPr>
      </p:pic>
    </p:spTree>
    <p:extLst>
      <p:ext uri="{BB962C8B-B14F-4D97-AF65-F5344CB8AC3E}">
        <p14:creationId xmlns:p14="http://schemas.microsoft.com/office/powerpoint/2010/main" val="2680654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ank You ">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5F4EEC9-319B-2B48-ACCF-4D84031B8D47}"/>
              </a:ext>
            </a:extLst>
          </p:cNvPr>
          <p:cNvSpPr/>
          <p:nvPr userDrawn="1"/>
        </p:nvSpPr>
        <p:spPr>
          <a:xfrm>
            <a:off x="0" y="0"/>
            <a:ext cx="12192000" cy="6858000"/>
          </a:xfrm>
          <a:prstGeom prst="rect">
            <a:avLst/>
          </a:prstGeom>
          <a:solidFill>
            <a:srgbClr val="003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4" name="Text Placeholder 4">
            <a:extLst>
              <a:ext uri="{FF2B5EF4-FFF2-40B4-BE49-F238E27FC236}">
                <a16:creationId xmlns:a16="http://schemas.microsoft.com/office/drawing/2014/main" id="{D3C45B8B-1267-B144-A66C-23CBAAA80BA2}"/>
              </a:ext>
            </a:extLst>
          </p:cNvPr>
          <p:cNvSpPr>
            <a:spLocks noGrp="1"/>
          </p:cNvSpPr>
          <p:nvPr>
            <p:ph type="body" sz="quarter" idx="10" hasCustomPrompt="1"/>
          </p:nvPr>
        </p:nvSpPr>
        <p:spPr>
          <a:xfrm>
            <a:off x="2550657" y="3019933"/>
            <a:ext cx="7090687" cy="607686"/>
          </a:xfrm>
          <a:prstGeom prst="rect">
            <a:avLst/>
          </a:prstGeom>
        </p:spPr>
        <p:txBody>
          <a:bodyPr/>
          <a:lstStyle>
            <a:lvl1pPr marL="0" indent="0" algn="ctr">
              <a:lnSpc>
                <a:spcPct val="100000"/>
              </a:lnSpc>
              <a:buNone/>
              <a:defRPr sz="3500" b="1"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THANK  YOU.</a:t>
            </a:r>
          </a:p>
        </p:txBody>
      </p:sp>
    </p:spTree>
    <p:extLst>
      <p:ext uri="{BB962C8B-B14F-4D97-AF65-F5344CB8AC3E}">
        <p14:creationId xmlns:p14="http://schemas.microsoft.com/office/powerpoint/2010/main" val="16594425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35491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rgbClr val="003A92"/>
        </a:solidFill>
        <a:effectLst/>
      </p:bgPr>
    </p:bg>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A6F561BD-66CC-1E4B-81C1-055DEFC834E3}"/>
              </a:ext>
            </a:extLst>
          </p:cNvPr>
          <p:cNvSpPr>
            <a:spLocks noGrp="1"/>
          </p:cNvSpPr>
          <p:nvPr>
            <p:ph type="body" sz="quarter" idx="10" hasCustomPrompt="1"/>
          </p:nvPr>
        </p:nvSpPr>
        <p:spPr>
          <a:xfrm>
            <a:off x="4431445" y="2952400"/>
            <a:ext cx="7090687" cy="510327"/>
          </a:xfrm>
          <a:prstGeom prst="rect">
            <a:avLst/>
          </a:prstGeom>
        </p:spPr>
        <p:txBody>
          <a:bodyPr/>
          <a:lstStyle>
            <a:lvl1pPr marL="0" indent="0">
              <a:lnSpc>
                <a:spcPct val="100000"/>
              </a:lnSpc>
              <a:buNone/>
              <a:defRPr sz="3500" b="1"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HEADLINE</a:t>
            </a:r>
          </a:p>
        </p:txBody>
      </p:sp>
      <p:sp>
        <p:nvSpPr>
          <p:cNvPr id="12" name="Text Placeholder 4">
            <a:extLst>
              <a:ext uri="{FF2B5EF4-FFF2-40B4-BE49-F238E27FC236}">
                <a16:creationId xmlns:a16="http://schemas.microsoft.com/office/drawing/2014/main" id="{5D04E882-8A4A-2146-9EA0-F6E17AF1E7AB}"/>
              </a:ext>
            </a:extLst>
          </p:cNvPr>
          <p:cNvSpPr>
            <a:spLocks noGrp="1"/>
          </p:cNvSpPr>
          <p:nvPr>
            <p:ph type="body" sz="quarter" idx="11" hasCustomPrompt="1"/>
          </p:nvPr>
        </p:nvSpPr>
        <p:spPr>
          <a:xfrm>
            <a:off x="4431445" y="3462727"/>
            <a:ext cx="7090679" cy="451445"/>
          </a:xfrm>
          <a:prstGeom prst="rect">
            <a:avLst/>
          </a:prstGeom>
        </p:spPr>
        <p:txBody>
          <a:bodyPr/>
          <a:lstStyle>
            <a:lvl1pPr marL="0" indent="0">
              <a:lnSpc>
                <a:spcPct val="100000"/>
              </a:lnSpc>
              <a:buNone/>
              <a:defRPr sz="2400" b="0" i="0">
                <a:solidFill>
                  <a:srgbClr val="23BDC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 headline</a:t>
            </a:r>
          </a:p>
        </p:txBody>
      </p:sp>
      <p:cxnSp>
        <p:nvCxnSpPr>
          <p:cNvPr id="3" name="Straight Connector 2">
            <a:extLst>
              <a:ext uri="{FF2B5EF4-FFF2-40B4-BE49-F238E27FC236}">
                <a16:creationId xmlns:a16="http://schemas.microsoft.com/office/drawing/2014/main" id="{6B686245-579A-384D-B4F3-54028CD8C2C3}"/>
              </a:ext>
            </a:extLst>
          </p:cNvPr>
          <p:cNvCxnSpPr/>
          <p:nvPr userDrawn="1"/>
        </p:nvCxnSpPr>
        <p:spPr>
          <a:xfrm>
            <a:off x="3997843" y="2721935"/>
            <a:ext cx="0" cy="141413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Picture 7" descr="Text, logo&#10;&#10;Description automatically generated with medium confidence">
            <a:extLst>
              <a:ext uri="{FF2B5EF4-FFF2-40B4-BE49-F238E27FC236}">
                <a16:creationId xmlns:a16="http://schemas.microsoft.com/office/drawing/2014/main" id="{332770AC-1EC2-4D57-01D3-EB103EB9E36C}"/>
              </a:ext>
            </a:extLst>
          </p:cNvPr>
          <p:cNvPicPr>
            <a:picLocks noChangeAspect="1"/>
          </p:cNvPicPr>
          <p:nvPr userDrawn="1"/>
        </p:nvPicPr>
        <p:blipFill>
          <a:blip r:embed="rId2"/>
          <a:stretch>
            <a:fillRect/>
          </a:stretch>
        </p:blipFill>
        <p:spPr>
          <a:xfrm>
            <a:off x="333579" y="2764718"/>
            <a:ext cx="3579990" cy="1328564"/>
          </a:xfrm>
          <a:prstGeom prst="rect">
            <a:avLst/>
          </a:prstGeom>
        </p:spPr>
      </p:pic>
    </p:spTree>
    <p:extLst>
      <p:ext uri="{BB962C8B-B14F-4D97-AF65-F5344CB8AC3E}">
        <p14:creationId xmlns:p14="http://schemas.microsoft.com/office/powerpoint/2010/main" val="18691581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B686245-579A-384D-B4F3-54028CD8C2C3}"/>
              </a:ext>
            </a:extLst>
          </p:cNvPr>
          <p:cNvCxnSpPr/>
          <p:nvPr userDrawn="1"/>
        </p:nvCxnSpPr>
        <p:spPr>
          <a:xfrm>
            <a:off x="3997843" y="2721935"/>
            <a:ext cx="0" cy="141413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4">
            <a:extLst>
              <a:ext uri="{FF2B5EF4-FFF2-40B4-BE49-F238E27FC236}">
                <a16:creationId xmlns:a16="http://schemas.microsoft.com/office/drawing/2014/main" id="{BA9845DE-E731-6340-9992-8BB901DA69ED}"/>
              </a:ext>
            </a:extLst>
          </p:cNvPr>
          <p:cNvSpPr>
            <a:spLocks noGrp="1"/>
          </p:cNvSpPr>
          <p:nvPr>
            <p:ph type="body" sz="quarter" idx="10" hasCustomPrompt="1"/>
          </p:nvPr>
        </p:nvSpPr>
        <p:spPr>
          <a:xfrm>
            <a:off x="4431445" y="2944905"/>
            <a:ext cx="7090687" cy="510327"/>
          </a:xfrm>
          <a:prstGeom prst="rect">
            <a:avLst/>
          </a:prstGeom>
        </p:spPr>
        <p:txBody>
          <a:bodyPr/>
          <a:lstStyle>
            <a:lvl1pPr marL="0" indent="0">
              <a:lnSpc>
                <a:spcPct val="100000"/>
              </a:lnSpc>
              <a:buNone/>
              <a:defRPr sz="35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HEADLINE</a:t>
            </a:r>
          </a:p>
        </p:txBody>
      </p:sp>
      <p:sp>
        <p:nvSpPr>
          <p:cNvPr id="9" name="Text Placeholder 4">
            <a:extLst>
              <a:ext uri="{FF2B5EF4-FFF2-40B4-BE49-F238E27FC236}">
                <a16:creationId xmlns:a16="http://schemas.microsoft.com/office/drawing/2014/main" id="{96BCAB1D-A078-3B44-8209-D10AAB1B4ECE}"/>
              </a:ext>
            </a:extLst>
          </p:cNvPr>
          <p:cNvSpPr>
            <a:spLocks noGrp="1"/>
          </p:cNvSpPr>
          <p:nvPr>
            <p:ph type="body" sz="quarter" idx="11" hasCustomPrompt="1"/>
          </p:nvPr>
        </p:nvSpPr>
        <p:spPr>
          <a:xfrm>
            <a:off x="4431445" y="3455232"/>
            <a:ext cx="7090679" cy="451445"/>
          </a:xfrm>
          <a:prstGeom prst="rect">
            <a:avLst/>
          </a:prstGeom>
        </p:spPr>
        <p:txBody>
          <a:bodyPr/>
          <a:lstStyle>
            <a:lvl1pPr marL="0" indent="0">
              <a:lnSpc>
                <a:spcPct val="100000"/>
              </a:lnSpc>
              <a:buNone/>
              <a:defRPr sz="2400" b="0" i="0">
                <a:solidFill>
                  <a:srgbClr val="23BDC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 headline</a:t>
            </a:r>
          </a:p>
        </p:txBody>
      </p:sp>
      <p:pic>
        <p:nvPicPr>
          <p:cNvPr id="10" name="Picture 9" descr="Logo&#10;&#10;Description automatically generated">
            <a:extLst>
              <a:ext uri="{FF2B5EF4-FFF2-40B4-BE49-F238E27FC236}">
                <a16:creationId xmlns:a16="http://schemas.microsoft.com/office/drawing/2014/main" id="{E0B177BC-29FF-52FA-7227-E8605AA7787D}"/>
              </a:ext>
            </a:extLst>
          </p:cNvPr>
          <p:cNvPicPr>
            <a:picLocks noChangeAspect="1"/>
          </p:cNvPicPr>
          <p:nvPr userDrawn="1"/>
        </p:nvPicPr>
        <p:blipFill>
          <a:blip r:embed="rId2"/>
          <a:stretch>
            <a:fillRect/>
          </a:stretch>
        </p:blipFill>
        <p:spPr>
          <a:xfrm>
            <a:off x="332073" y="2761691"/>
            <a:ext cx="3579992" cy="1328565"/>
          </a:xfrm>
          <a:prstGeom prst="rect">
            <a:avLst/>
          </a:prstGeom>
        </p:spPr>
      </p:pic>
    </p:spTree>
    <p:extLst>
      <p:ext uri="{BB962C8B-B14F-4D97-AF65-F5344CB8AC3E}">
        <p14:creationId xmlns:p14="http://schemas.microsoft.com/office/powerpoint/2010/main" val="456493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967F320-5AE5-D042-86D8-CE794E5A0F25}"/>
              </a:ext>
            </a:extLst>
          </p:cNvPr>
          <p:cNvSpPr/>
          <p:nvPr userDrawn="1"/>
        </p:nvSpPr>
        <p:spPr>
          <a:xfrm>
            <a:off x="0" y="0"/>
            <a:ext cx="12192000" cy="6858000"/>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33333"/>
              </a:solidFill>
            </a:endParaRPr>
          </a:p>
        </p:txBody>
      </p:sp>
      <p:sp>
        <p:nvSpPr>
          <p:cNvPr id="14" name="Text Placeholder 4">
            <a:extLst>
              <a:ext uri="{FF2B5EF4-FFF2-40B4-BE49-F238E27FC236}">
                <a16:creationId xmlns:a16="http://schemas.microsoft.com/office/drawing/2014/main" id="{D3C45B8B-1267-B144-A66C-23CBAAA80BA2}"/>
              </a:ext>
            </a:extLst>
          </p:cNvPr>
          <p:cNvSpPr>
            <a:spLocks noGrp="1"/>
          </p:cNvSpPr>
          <p:nvPr>
            <p:ph type="body" sz="quarter" idx="10" hasCustomPrompt="1"/>
          </p:nvPr>
        </p:nvSpPr>
        <p:spPr>
          <a:xfrm>
            <a:off x="2550657" y="2817566"/>
            <a:ext cx="7090687" cy="487766"/>
          </a:xfrm>
          <a:prstGeom prst="rect">
            <a:avLst/>
          </a:prstGeom>
        </p:spPr>
        <p:txBody>
          <a:bodyPr/>
          <a:lstStyle>
            <a:lvl1pPr marL="0" indent="0" algn="ctr">
              <a:lnSpc>
                <a:spcPct val="100000"/>
              </a:lnSpc>
              <a:buNone/>
              <a:defRPr sz="3500" b="1"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CHAPTER SLIDE</a:t>
            </a:r>
          </a:p>
        </p:txBody>
      </p:sp>
      <p:sp>
        <p:nvSpPr>
          <p:cNvPr id="20" name="TextBox 19">
            <a:extLst>
              <a:ext uri="{FF2B5EF4-FFF2-40B4-BE49-F238E27FC236}">
                <a16:creationId xmlns:a16="http://schemas.microsoft.com/office/drawing/2014/main" id="{4784ECD9-B61F-784F-9770-D4B175D9C6CB}"/>
              </a:ext>
            </a:extLst>
          </p:cNvPr>
          <p:cNvSpPr txBox="1"/>
          <p:nvPr userDrawn="1"/>
        </p:nvSpPr>
        <p:spPr>
          <a:xfrm>
            <a:off x="10437105" y="6479331"/>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7" name="Straight Connector 6">
            <a:extLst>
              <a:ext uri="{FF2B5EF4-FFF2-40B4-BE49-F238E27FC236}">
                <a16:creationId xmlns:a16="http://schemas.microsoft.com/office/drawing/2014/main" id="{CFA4392F-FF99-3544-85FD-8E529929B35B}"/>
              </a:ext>
            </a:extLst>
          </p:cNvPr>
          <p:cNvCxnSpPr>
            <a:cxnSpLocks/>
          </p:cNvCxnSpPr>
          <p:nvPr userDrawn="1"/>
        </p:nvCxnSpPr>
        <p:spPr>
          <a:xfrm flipH="1">
            <a:off x="5789167" y="3480245"/>
            <a:ext cx="604138" cy="0"/>
          </a:xfrm>
          <a:prstGeom prst="line">
            <a:avLst/>
          </a:prstGeom>
          <a:ln w="57150">
            <a:solidFill>
              <a:srgbClr val="23BDC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56011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967F320-5AE5-D042-86D8-CE794E5A0F25}"/>
              </a:ext>
            </a:extLst>
          </p:cNvPr>
          <p:cNvSpPr/>
          <p:nvPr userDrawn="1"/>
        </p:nvSpPr>
        <p:spPr>
          <a:xfrm>
            <a:off x="0" y="0"/>
            <a:ext cx="12192000" cy="6858000"/>
          </a:xfrm>
          <a:prstGeom prst="rect">
            <a:avLst/>
          </a:prstGeom>
          <a:solidFill>
            <a:srgbClr val="827B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4">
            <a:extLst>
              <a:ext uri="{FF2B5EF4-FFF2-40B4-BE49-F238E27FC236}">
                <a16:creationId xmlns:a16="http://schemas.microsoft.com/office/drawing/2014/main" id="{D3C45B8B-1267-B144-A66C-23CBAAA80BA2}"/>
              </a:ext>
            </a:extLst>
          </p:cNvPr>
          <p:cNvSpPr>
            <a:spLocks noGrp="1"/>
          </p:cNvSpPr>
          <p:nvPr>
            <p:ph type="body" sz="quarter" idx="10" hasCustomPrompt="1"/>
          </p:nvPr>
        </p:nvSpPr>
        <p:spPr>
          <a:xfrm>
            <a:off x="2550657" y="2817566"/>
            <a:ext cx="7090687" cy="487766"/>
          </a:xfrm>
          <a:prstGeom prst="rect">
            <a:avLst/>
          </a:prstGeom>
        </p:spPr>
        <p:txBody>
          <a:bodyPr/>
          <a:lstStyle>
            <a:lvl1pPr marL="0" indent="0" algn="ctr">
              <a:lnSpc>
                <a:spcPct val="100000"/>
              </a:lnSpc>
              <a:buNone/>
              <a:defRPr sz="3500" b="1"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CHAPTER SLIDE</a:t>
            </a:r>
          </a:p>
        </p:txBody>
      </p:sp>
      <p:sp>
        <p:nvSpPr>
          <p:cNvPr id="20" name="TextBox 19">
            <a:extLst>
              <a:ext uri="{FF2B5EF4-FFF2-40B4-BE49-F238E27FC236}">
                <a16:creationId xmlns:a16="http://schemas.microsoft.com/office/drawing/2014/main" id="{4784ECD9-B61F-784F-9770-D4B175D9C6CB}"/>
              </a:ext>
            </a:extLst>
          </p:cNvPr>
          <p:cNvSpPr txBox="1"/>
          <p:nvPr userDrawn="1"/>
        </p:nvSpPr>
        <p:spPr>
          <a:xfrm>
            <a:off x="10437105" y="6479331"/>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7" name="Straight Connector 6">
            <a:extLst>
              <a:ext uri="{FF2B5EF4-FFF2-40B4-BE49-F238E27FC236}">
                <a16:creationId xmlns:a16="http://schemas.microsoft.com/office/drawing/2014/main" id="{CFA4392F-FF99-3544-85FD-8E529929B35B}"/>
              </a:ext>
            </a:extLst>
          </p:cNvPr>
          <p:cNvCxnSpPr>
            <a:cxnSpLocks/>
          </p:cNvCxnSpPr>
          <p:nvPr userDrawn="1"/>
        </p:nvCxnSpPr>
        <p:spPr>
          <a:xfrm flipH="1">
            <a:off x="5789167" y="3480245"/>
            <a:ext cx="604138" cy="0"/>
          </a:xfrm>
          <a:prstGeom prst="line">
            <a:avLst/>
          </a:prstGeom>
          <a:ln w="57150">
            <a:solidFill>
              <a:srgbClr val="23BDC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14962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55642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5F4EEC9-319B-2B48-ACCF-4D84031B8D47}"/>
              </a:ext>
            </a:extLst>
          </p:cNvPr>
          <p:cNvSpPr/>
          <p:nvPr userDrawn="1"/>
        </p:nvSpPr>
        <p:spPr>
          <a:xfrm>
            <a:off x="0" y="0"/>
            <a:ext cx="5044190" cy="6865949"/>
          </a:xfrm>
          <a:prstGeom prst="rect">
            <a:avLst/>
          </a:prstGeom>
          <a:solidFill>
            <a:srgbClr val="F2ED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4" name="Text Placeholder 4">
            <a:extLst>
              <a:ext uri="{FF2B5EF4-FFF2-40B4-BE49-F238E27FC236}">
                <a16:creationId xmlns:a16="http://schemas.microsoft.com/office/drawing/2014/main" id="{D3C45B8B-1267-B144-A66C-23CBAAA80BA2}"/>
              </a:ext>
            </a:extLst>
          </p:cNvPr>
          <p:cNvSpPr>
            <a:spLocks noGrp="1"/>
          </p:cNvSpPr>
          <p:nvPr>
            <p:ph type="body" sz="quarter" idx="10" hasCustomPrompt="1"/>
          </p:nvPr>
        </p:nvSpPr>
        <p:spPr>
          <a:xfrm>
            <a:off x="299803" y="2883831"/>
            <a:ext cx="4527030" cy="607686"/>
          </a:xfrm>
          <a:prstGeom prst="rect">
            <a:avLst/>
          </a:prstGeom>
        </p:spPr>
        <p:txBody>
          <a:bodyPr/>
          <a:lstStyle>
            <a:lvl1pPr marL="0" indent="0" algn="l">
              <a:lnSpc>
                <a:spcPct val="100000"/>
              </a:lnSpc>
              <a:buNone/>
              <a:defRPr sz="35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HEADLINE</a:t>
            </a:r>
          </a:p>
        </p:txBody>
      </p:sp>
      <p:sp>
        <p:nvSpPr>
          <p:cNvPr id="5" name="TextBox 4">
            <a:extLst>
              <a:ext uri="{FF2B5EF4-FFF2-40B4-BE49-F238E27FC236}">
                <a16:creationId xmlns:a16="http://schemas.microsoft.com/office/drawing/2014/main" id="{F448D0B5-4181-D043-A806-CC2429EDDAFF}"/>
              </a:ext>
            </a:extLst>
          </p:cNvPr>
          <p:cNvSpPr txBox="1"/>
          <p:nvPr userDrawn="1"/>
        </p:nvSpPr>
        <p:spPr>
          <a:xfrm>
            <a:off x="10437105" y="6479331"/>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Rectangle 5">
            <a:extLst>
              <a:ext uri="{FF2B5EF4-FFF2-40B4-BE49-F238E27FC236}">
                <a16:creationId xmlns:a16="http://schemas.microsoft.com/office/drawing/2014/main" id="{C9150272-1CCA-8449-9227-24DEC0FAB4B7}"/>
              </a:ext>
            </a:extLst>
          </p:cNvPr>
          <p:cNvSpPr/>
          <p:nvPr userDrawn="1"/>
        </p:nvSpPr>
        <p:spPr>
          <a:xfrm rot="10800000">
            <a:off x="0" y="6389159"/>
            <a:ext cx="12192000" cy="489003"/>
          </a:xfrm>
          <a:prstGeom prst="rect">
            <a:avLst/>
          </a:prstGeom>
          <a:solidFill>
            <a:srgbClr val="003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28FB7E7-D90F-2348-A4AE-5B0C5AFD2BA6}"/>
              </a:ext>
            </a:extLst>
          </p:cNvPr>
          <p:cNvSpPr txBox="1"/>
          <p:nvPr userDrawn="1"/>
        </p:nvSpPr>
        <p:spPr>
          <a:xfrm>
            <a:off x="10492113" y="6506703"/>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ext Placeholder 2">
            <a:extLst>
              <a:ext uri="{FF2B5EF4-FFF2-40B4-BE49-F238E27FC236}">
                <a16:creationId xmlns:a16="http://schemas.microsoft.com/office/drawing/2014/main" id="{5BA10B5C-1A60-854F-A2BC-1DE16973237A}"/>
              </a:ext>
            </a:extLst>
          </p:cNvPr>
          <p:cNvSpPr>
            <a:spLocks noGrp="1"/>
          </p:cNvSpPr>
          <p:nvPr>
            <p:ph type="body" sz="quarter" idx="11"/>
          </p:nvPr>
        </p:nvSpPr>
        <p:spPr>
          <a:xfrm>
            <a:off x="5659438" y="958850"/>
            <a:ext cx="6048375" cy="4618038"/>
          </a:xfrm>
          <a:prstGeom prst="rect">
            <a:avLst/>
          </a:prstGeom>
        </p:spPr>
        <p:txBody>
          <a:bodyPr/>
          <a:lstStyle>
            <a:lvl1pPr>
              <a:defRPr sz="1400">
                <a:solidFill>
                  <a:srgbClr val="333333"/>
                </a:solidFill>
              </a:defRPr>
            </a:lvl1pPr>
            <a:lvl2pPr>
              <a:defRPr sz="1400">
                <a:solidFill>
                  <a:srgbClr val="333333"/>
                </a:solidFill>
              </a:defRPr>
            </a:lvl2pPr>
            <a:lvl3pPr>
              <a:defRPr sz="1400">
                <a:solidFill>
                  <a:srgbClr val="333333"/>
                </a:solidFill>
              </a:defRPr>
            </a:lvl3pPr>
            <a:lvl4pPr>
              <a:defRPr sz="1400">
                <a:solidFill>
                  <a:srgbClr val="333333"/>
                </a:solidFill>
              </a:defRPr>
            </a:lvl4pPr>
            <a:lvl5pPr>
              <a:defRPr sz="1400">
                <a:solidFill>
                  <a:srgbClr val="333333"/>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1" name="Picture 10" descr="Text, logo&#10;&#10;Description automatically generated with medium confidence">
            <a:extLst>
              <a:ext uri="{FF2B5EF4-FFF2-40B4-BE49-F238E27FC236}">
                <a16:creationId xmlns:a16="http://schemas.microsoft.com/office/drawing/2014/main" id="{7D161221-D47B-B4B2-CF3F-A4ED4C56F533}"/>
              </a:ext>
            </a:extLst>
          </p:cNvPr>
          <p:cNvPicPr>
            <a:picLocks noChangeAspect="1"/>
          </p:cNvPicPr>
          <p:nvPr userDrawn="1"/>
        </p:nvPicPr>
        <p:blipFill>
          <a:blip r:embed="rId2"/>
          <a:stretch>
            <a:fillRect/>
          </a:stretch>
        </p:blipFill>
        <p:spPr>
          <a:xfrm>
            <a:off x="54615" y="6381370"/>
            <a:ext cx="1317688" cy="489005"/>
          </a:xfrm>
          <a:prstGeom prst="rect">
            <a:avLst/>
          </a:prstGeom>
        </p:spPr>
      </p:pic>
    </p:spTree>
    <p:extLst>
      <p:ext uri="{BB962C8B-B14F-4D97-AF65-F5344CB8AC3E}">
        <p14:creationId xmlns:p14="http://schemas.microsoft.com/office/powerpoint/2010/main" val="26914027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3" name="Text Placeholder 4">
            <a:extLst>
              <a:ext uri="{FF2B5EF4-FFF2-40B4-BE49-F238E27FC236}">
                <a16:creationId xmlns:a16="http://schemas.microsoft.com/office/drawing/2014/main" id="{4C23AD14-46E2-1D4B-8A4B-409625035B3A}"/>
              </a:ext>
            </a:extLst>
          </p:cNvPr>
          <p:cNvSpPr>
            <a:spLocks noGrp="1"/>
          </p:cNvSpPr>
          <p:nvPr>
            <p:ph type="body" sz="quarter" idx="10" hasCustomPrompt="1"/>
          </p:nvPr>
        </p:nvSpPr>
        <p:spPr>
          <a:xfrm>
            <a:off x="427511" y="331190"/>
            <a:ext cx="10382427" cy="407097"/>
          </a:xfrm>
          <a:prstGeom prst="rect">
            <a:avLst/>
          </a:prstGeom>
        </p:spPr>
        <p:txBody>
          <a:bodyPr/>
          <a:lstStyle>
            <a:lvl1pPr marL="0" indent="0">
              <a:lnSpc>
                <a:spcPct val="100000"/>
              </a:lnSpc>
              <a:buNone/>
              <a:defRPr sz="30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HEADLINE</a:t>
            </a:r>
          </a:p>
        </p:txBody>
      </p:sp>
      <p:sp>
        <p:nvSpPr>
          <p:cNvPr id="16" name="Text Placeholder 4">
            <a:extLst>
              <a:ext uri="{FF2B5EF4-FFF2-40B4-BE49-F238E27FC236}">
                <a16:creationId xmlns:a16="http://schemas.microsoft.com/office/drawing/2014/main" id="{529DEE64-287E-6645-B445-4B56A0B3EB92}"/>
              </a:ext>
            </a:extLst>
          </p:cNvPr>
          <p:cNvSpPr>
            <a:spLocks noGrp="1"/>
          </p:cNvSpPr>
          <p:nvPr>
            <p:ph type="body" sz="quarter" idx="11" hasCustomPrompt="1"/>
          </p:nvPr>
        </p:nvSpPr>
        <p:spPr>
          <a:xfrm>
            <a:off x="442501" y="751401"/>
            <a:ext cx="10382427" cy="440318"/>
          </a:xfrm>
          <a:prstGeom prst="rect">
            <a:avLst/>
          </a:prstGeom>
        </p:spPr>
        <p:txBody>
          <a:bodyPr/>
          <a:lstStyle>
            <a:lvl1pPr marL="0" indent="0">
              <a:lnSpc>
                <a:spcPct val="100000"/>
              </a:lnSpc>
              <a:buNone/>
              <a:defRPr sz="2400" b="0" i="0">
                <a:solidFill>
                  <a:srgbClr val="23BDC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 headline</a:t>
            </a:r>
          </a:p>
        </p:txBody>
      </p:sp>
      <p:sp>
        <p:nvSpPr>
          <p:cNvPr id="19" name="Text Placeholder 4">
            <a:extLst>
              <a:ext uri="{FF2B5EF4-FFF2-40B4-BE49-F238E27FC236}">
                <a16:creationId xmlns:a16="http://schemas.microsoft.com/office/drawing/2014/main" id="{F4C3A522-6210-904D-83F1-7D21B01E8B13}"/>
              </a:ext>
            </a:extLst>
          </p:cNvPr>
          <p:cNvSpPr>
            <a:spLocks noGrp="1"/>
          </p:cNvSpPr>
          <p:nvPr>
            <p:ph type="body" sz="quarter" idx="13" hasCustomPrompt="1"/>
          </p:nvPr>
        </p:nvSpPr>
        <p:spPr>
          <a:xfrm>
            <a:off x="1482294" y="1787345"/>
            <a:ext cx="9440069" cy="1235091"/>
          </a:xfrm>
          <a:prstGeom prst="rect">
            <a:avLst/>
          </a:prstGeom>
        </p:spPr>
        <p:txBody>
          <a:bodyPr/>
          <a:lstStyle>
            <a:lvl1pPr marL="0" indent="0">
              <a:lnSpc>
                <a:spcPct val="150000"/>
              </a:lnSpc>
              <a:buNone/>
              <a:defRPr sz="1400" b="0" i="0">
                <a:solidFill>
                  <a:srgbClr val="333333"/>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err="1"/>
              <a:t>Nequianihil</a:t>
            </a:r>
            <a:r>
              <a:rPr lang="en-US" dirty="0"/>
              <a:t> </a:t>
            </a:r>
            <a:r>
              <a:rPr lang="en-US" dirty="0" err="1"/>
              <a:t>eos</a:t>
            </a:r>
            <a:r>
              <a:rPr lang="en-US" dirty="0"/>
              <a:t> </a:t>
            </a:r>
            <a:r>
              <a:rPr lang="en-US" dirty="0" err="1"/>
              <a:t>aut</a:t>
            </a:r>
            <a:r>
              <a:rPr lang="en-US" dirty="0"/>
              <a:t> </a:t>
            </a:r>
            <a:r>
              <a:rPr lang="en-US" dirty="0" err="1"/>
              <a:t>hiligent</a:t>
            </a:r>
            <a:r>
              <a:rPr lang="en-US" dirty="0"/>
              <a:t> </a:t>
            </a:r>
            <a:r>
              <a:rPr lang="en-US" dirty="0" err="1"/>
              <a:t>fuga</a:t>
            </a:r>
            <a:r>
              <a:rPr lang="en-US" dirty="0"/>
              <a:t>. </a:t>
            </a:r>
            <a:r>
              <a:rPr lang="en-US" dirty="0" err="1"/>
              <a:t>Poressincti</a:t>
            </a:r>
            <a:r>
              <a:rPr lang="en-US" dirty="0"/>
              <a:t> </a:t>
            </a:r>
            <a:r>
              <a:rPr lang="en-US" dirty="0" err="1"/>
              <a:t>voluptatur</a:t>
            </a:r>
            <a:r>
              <a:rPr lang="en-US" dirty="0"/>
              <a:t>? Quid </a:t>
            </a:r>
            <a:r>
              <a:rPr lang="en-US" dirty="0" err="1"/>
              <a:t>quossitium</a:t>
            </a:r>
            <a:r>
              <a:rPr lang="en-US" dirty="0"/>
              <a:t> </a:t>
            </a:r>
            <a:r>
              <a:rPr lang="en-US" dirty="0" err="1"/>
              <a:t>ipid</a:t>
            </a:r>
            <a:r>
              <a:rPr lang="en-US" dirty="0"/>
              <a:t> et </a:t>
            </a:r>
            <a:r>
              <a:rPr lang="en-US" dirty="0" err="1"/>
              <a:t>eius</a:t>
            </a:r>
            <a:r>
              <a:rPr lang="en-US" dirty="0"/>
              <a:t> </a:t>
            </a:r>
            <a:r>
              <a:rPr lang="en-US" dirty="0" err="1"/>
              <a:t>autatur</a:t>
            </a:r>
            <a:r>
              <a:rPr lang="en-US" dirty="0"/>
              <a:t> </a:t>
            </a:r>
            <a:r>
              <a:rPr lang="en-US" dirty="0" err="1"/>
              <a:t>accus</a:t>
            </a:r>
            <a:r>
              <a:rPr lang="en-US" dirty="0"/>
              <a:t> sum </a:t>
            </a:r>
            <a:r>
              <a:rPr lang="en-US" dirty="0" err="1"/>
              <a:t>quatem</a:t>
            </a:r>
            <a:r>
              <a:rPr lang="en-US" dirty="0"/>
              <a:t> </a:t>
            </a:r>
            <a:r>
              <a:rPr lang="en-US" dirty="0" err="1"/>
              <a:t>sene</a:t>
            </a:r>
            <a:r>
              <a:rPr lang="en-US" dirty="0"/>
              <a:t> </a:t>
            </a:r>
            <a:r>
              <a:rPr lang="en-US" dirty="0" err="1"/>
              <a:t>ium</a:t>
            </a:r>
            <a:r>
              <a:rPr lang="en-US" dirty="0"/>
              <a:t> </a:t>
            </a:r>
            <a:r>
              <a:rPr lang="en-US" dirty="0" err="1"/>
              <a:t>earum</a:t>
            </a:r>
            <a:r>
              <a:rPr lang="en-US" dirty="0"/>
              <a:t> </a:t>
            </a:r>
            <a:r>
              <a:rPr lang="en-US" dirty="0" err="1"/>
              <a:t>simust</a:t>
            </a:r>
            <a:r>
              <a:rPr lang="en-US" dirty="0"/>
              <a:t> </a:t>
            </a:r>
            <a:r>
              <a:rPr lang="en-US" dirty="0" err="1"/>
              <a:t>ut</a:t>
            </a:r>
            <a:r>
              <a:rPr lang="en-US" dirty="0"/>
              <a:t> </a:t>
            </a:r>
            <a:r>
              <a:rPr lang="en-US" dirty="0" err="1"/>
              <a:t>autempores</a:t>
            </a:r>
            <a:r>
              <a:rPr lang="en-US" dirty="0"/>
              <a:t> </a:t>
            </a:r>
            <a:r>
              <a:rPr lang="en-US" dirty="0" err="1"/>
              <a:t>molore</a:t>
            </a:r>
            <a:r>
              <a:rPr lang="en-US" dirty="0"/>
              <a:t> </a:t>
            </a:r>
            <a:r>
              <a:rPr lang="en-US" dirty="0" err="1"/>
              <a:t>vella</a:t>
            </a:r>
            <a:r>
              <a:rPr lang="en-US" dirty="0"/>
              <a:t> </a:t>
            </a:r>
            <a:r>
              <a:rPr lang="en-US" dirty="0" err="1"/>
              <a:t>consed</a:t>
            </a:r>
            <a:r>
              <a:rPr lang="en-US" dirty="0"/>
              <a:t> </a:t>
            </a:r>
            <a:r>
              <a:rPr lang="en-US" dirty="0" err="1"/>
              <a:t>exerepedio</a:t>
            </a:r>
            <a:r>
              <a:rPr lang="en-US" dirty="0"/>
              <a:t> </a:t>
            </a:r>
            <a:r>
              <a:rPr lang="en-US" dirty="0" err="1"/>
              <a:t>quiate</a:t>
            </a:r>
            <a:r>
              <a:rPr lang="en-US" dirty="0"/>
              <a:t> </a:t>
            </a:r>
            <a:r>
              <a:rPr lang="en-US" dirty="0" err="1"/>
              <a:t>volecul</a:t>
            </a:r>
            <a:r>
              <a:rPr lang="en-US" dirty="0"/>
              <a:t> </a:t>
            </a:r>
            <a:r>
              <a:rPr lang="en-US" dirty="0" err="1"/>
              <a:t>lupicit</a:t>
            </a:r>
            <a:r>
              <a:rPr lang="en-US" dirty="0"/>
              <a:t> </a:t>
            </a:r>
            <a:r>
              <a:rPr lang="en-US" dirty="0" err="1"/>
              <a:t>utecten</a:t>
            </a:r>
            <a:r>
              <a:rPr lang="en-US" dirty="0"/>
              <a:t> </a:t>
            </a:r>
            <a:r>
              <a:rPr lang="en-US" dirty="0" err="1"/>
              <a:t>imaion</a:t>
            </a:r>
            <a:r>
              <a:rPr lang="en-US" dirty="0"/>
              <a:t> </a:t>
            </a:r>
            <a:r>
              <a:rPr lang="en-US" dirty="0" err="1"/>
              <a:t>nimil</a:t>
            </a:r>
            <a:r>
              <a:rPr lang="en-US" dirty="0"/>
              <a:t> is </a:t>
            </a:r>
            <a:r>
              <a:rPr lang="en-US" dirty="0" err="1"/>
              <a:t>dolute</a:t>
            </a:r>
            <a:r>
              <a:rPr lang="en-US" dirty="0"/>
              <a:t> </a:t>
            </a:r>
            <a:r>
              <a:rPr lang="en-US" dirty="0" err="1"/>
              <a:t>sunt</a:t>
            </a:r>
            <a:r>
              <a:rPr lang="en-US" dirty="0"/>
              <a:t> alit id </a:t>
            </a:r>
            <a:r>
              <a:rPr lang="en-US" dirty="0" err="1"/>
              <a:t>magnatusamus</a:t>
            </a:r>
            <a:r>
              <a:rPr lang="en-US" dirty="0"/>
              <a:t> et </a:t>
            </a:r>
            <a:r>
              <a:rPr lang="en-US" dirty="0" err="1"/>
              <a:t>quam</a:t>
            </a:r>
            <a:r>
              <a:rPr lang="en-US" dirty="0"/>
              <a:t>, </a:t>
            </a:r>
            <a:r>
              <a:rPr lang="en-US" dirty="0" err="1"/>
              <a:t>omnis</a:t>
            </a:r>
            <a:r>
              <a:rPr lang="en-US" dirty="0"/>
              <a:t> qui </a:t>
            </a:r>
            <a:r>
              <a:rPr lang="en-US" dirty="0" err="1"/>
              <a:t>conse</a:t>
            </a:r>
            <a:r>
              <a:rPr lang="en-US" dirty="0"/>
              <a:t> </a:t>
            </a:r>
            <a:r>
              <a:rPr lang="en-US" dirty="0" err="1"/>
              <a:t>quisi</a:t>
            </a:r>
            <a:r>
              <a:rPr lang="en-US" dirty="0"/>
              <a:t> </a:t>
            </a:r>
            <a:r>
              <a:rPr lang="en-US" dirty="0" err="1"/>
              <a:t>aut</a:t>
            </a:r>
            <a:r>
              <a:rPr lang="en-US" dirty="0"/>
              <a:t> anis </a:t>
            </a:r>
            <a:r>
              <a:rPr lang="en-US" dirty="0" err="1"/>
              <a:t>excerione</a:t>
            </a:r>
            <a:r>
              <a:rPr lang="en-US" dirty="0"/>
              <a:t> </a:t>
            </a:r>
            <a:r>
              <a:rPr lang="en-US" dirty="0" err="1"/>
              <a:t>eum</a:t>
            </a:r>
            <a:r>
              <a:rPr lang="en-US" dirty="0"/>
              <a:t>.</a:t>
            </a:r>
          </a:p>
        </p:txBody>
      </p:sp>
      <p:sp>
        <p:nvSpPr>
          <p:cNvPr id="12" name="Text Placeholder 4">
            <a:extLst>
              <a:ext uri="{FF2B5EF4-FFF2-40B4-BE49-F238E27FC236}">
                <a16:creationId xmlns:a16="http://schemas.microsoft.com/office/drawing/2014/main" id="{E9DB1872-B742-DB47-8D54-1CAE471D6158}"/>
              </a:ext>
            </a:extLst>
          </p:cNvPr>
          <p:cNvSpPr>
            <a:spLocks noGrp="1"/>
          </p:cNvSpPr>
          <p:nvPr>
            <p:ph type="body" sz="quarter" idx="14" hasCustomPrompt="1"/>
          </p:nvPr>
        </p:nvSpPr>
        <p:spPr>
          <a:xfrm>
            <a:off x="1954661" y="3194155"/>
            <a:ext cx="8855277" cy="1830514"/>
          </a:xfrm>
          <a:prstGeom prst="rect">
            <a:avLst/>
          </a:prstGeom>
        </p:spPr>
        <p:txBody>
          <a:bodyPr/>
          <a:lstStyle>
            <a:lvl1pPr marL="285750" indent="-285750">
              <a:lnSpc>
                <a:spcPct val="100000"/>
              </a:lnSpc>
              <a:buClr>
                <a:schemeClr val="bg1">
                  <a:lumMod val="65000"/>
                </a:schemeClr>
              </a:buClr>
              <a:buFont typeface="Arial" panose="020B0604020202020204" pitchFamily="34" charset="0"/>
              <a:buChar char="•"/>
              <a:defRPr sz="1400" b="0" i="0">
                <a:solidFill>
                  <a:srgbClr val="333333"/>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Bullet font &amp; style</a:t>
            </a:r>
          </a:p>
          <a:p>
            <a:pPr lvl="0"/>
            <a:r>
              <a:rPr lang="en-US" dirty="0"/>
              <a:t>Bullet font &amp; style</a:t>
            </a:r>
          </a:p>
          <a:p>
            <a:pPr lvl="0"/>
            <a:r>
              <a:rPr lang="en-US" dirty="0"/>
              <a:t>Bullet font &amp; style</a:t>
            </a:r>
          </a:p>
          <a:p>
            <a:pPr lvl="0"/>
            <a:r>
              <a:rPr lang="en-US" dirty="0"/>
              <a:t>Bullet font &amp; style</a:t>
            </a:r>
          </a:p>
          <a:p>
            <a:pPr lvl="0"/>
            <a:r>
              <a:rPr lang="en-US" dirty="0"/>
              <a:t>Bullet font &amp; style</a:t>
            </a:r>
          </a:p>
        </p:txBody>
      </p:sp>
      <p:sp>
        <p:nvSpPr>
          <p:cNvPr id="9" name="Rectangle 8">
            <a:extLst>
              <a:ext uri="{FF2B5EF4-FFF2-40B4-BE49-F238E27FC236}">
                <a16:creationId xmlns:a16="http://schemas.microsoft.com/office/drawing/2014/main" id="{3D0A4229-FF8F-9046-994A-DF523BB38772}"/>
              </a:ext>
            </a:extLst>
          </p:cNvPr>
          <p:cNvSpPr/>
          <p:nvPr userDrawn="1"/>
        </p:nvSpPr>
        <p:spPr>
          <a:xfrm rot="10800000">
            <a:off x="0" y="6389159"/>
            <a:ext cx="12192000" cy="489003"/>
          </a:xfrm>
          <a:prstGeom prst="rect">
            <a:avLst/>
          </a:prstGeom>
          <a:solidFill>
            <a:srgbClr val="003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A5B753B-3717-97EA-9FBC-46F61CA647C6}"/>
              </a:ext>
            </a:extLst>
          </p:cNvPr>
          <p:cNvSpPr txBox="1"/>
          <p:nvPr userDrawn="1"/>
        </p:nvSpPr>
        <p:spPr>
          <a:xfrm>
            <a:off x="10492113" y="6506703"/>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1" name="Picture 10" descr="Text, logo&#10;&#10;Description automatically generated with medium confidence">
            <a:extLst>
              <a:ext uri="{FF2B5EF4-FFF2-40B4-BE49-F238E27FC236}">
                <a16:creationId xmlns:a16="http://schemas.microsoft.com/office/drawing/2014/main" id="{FA25CD65-AEA4-4A70-EEE6-1024C217C17A}"/>
              </a:ext>
            </a:extLst>
          </p:cNvPr>
          <p:cNvPicPr>
            <a:picLocks noChangeAspect="1"/>
          </p:cNvPicPr>
          <p:nvPr userDrawn="1"/>
        </p:nvPicPr>
        <p:blipFill>
          <a:blip r:embed="rId2"/>
          <a:stretch>
            <a:fillRect/>
          </a:stretch>
        </p:blipFill>
        <p:spPr>
          <a:xfrm>
            <a:off x="54615" y="6381370"/>
            <a:ext cx="1317688" cy="489005"/>
          </a:xfrm>
          <a:prstGeom prst="rect">
            <a:avLst/>
          </a:prstGeom>
        </p:spPr>
      </p:pic>
    </p:spTree>
    <p:extLst>
      <p:ext uri="{BB962C8B-B14F-4D97-AF65-F5344CB8AC3E}">
        <p14:creationId xmlns:p14="http://schemas.microsoft.com/office/powerpoint/2010/main" val="23673279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8" name="Text Placeholder 4">
            <a:extLst>
              <a:ext uri="{FF2B5EF4-FFF2-40B4-BE49-F238E27FC236}">
                <a16:creationId xmlns:a16="http://schemas.microsoft.com/office/drawing/2014/main" id="{B7199545-5A00-9E47-B070-8E3B44DC8F57}"/>
              </a:ext>
            </a:extLst>
          </p:cNvPr>
          <p:cNvSpPr>
            <a:spLocks noGrp="1"/>
          </p:cNvSpPr>
          <p:nvPr>
            <p:ph type="body" sz="quarter" idx="12" hasCustomPrompt="1"/>
          </p:nvPr>
        </p:nvSpPr>
        <p:spPr>
          <a:xfrm>
            <a:off x="1482295" y="1920541"/>
            <a:ext cx="9227410" cy="418612"/>
          </a:xfrm>
          <a:prstGeom prst="rect">
            <a:avLst/>
          </a:prstGeom>
        </p:spPr>
        <p:txBody>
          <a:bodyPr/>
          <a:lstStyle>
            <a:lvl1pPr marL="0" indent="0">
              <a:lnSpc>
                <a:spcPct val="100000"/>
              </a:lnSpc>
              <a:buNone/>
              <a:defRPr sz="18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Subtitle</a:t>
            </a:r>
          </a:p>
        </p:txBody>
      </p:sp>
      <p:sp>
        <p:nvSpPr>
          <p:cNvPr id="19" name="Text Placeholder 4">
            <a:extLst>
              <a:ext uri="{FF2B5EF4-FFF2-40B4-BE49-F238E27FC236}">
                <a16:creationId xmlns:a16="http://schemas.microsoft.com/office/drawing/2014/main" id="{F4C3A522-6210-904D-83F1-7D21B01E8B13}"/>
              </a:ext>
            </a:extLst>
          </p:cNvPr>
          <p:cNvSpPr>
            <a:spLocks noGrp="1"/>
          </p:cNvSpPr>
          <p:nvPr>
            <p:ph type="body" sz="quarter" idx="13" hasCustomPrompt="1"/>
          </p:nvPr>
        </p:nvSpPr>
        <p:spPr>
          <a:xfrm>
            <a:off x="1482295" y="2358704"/>
            <a:ext cx="9227410" cy="2373542"/>
          </a:xfrm>
          <a:prstGeom prst="rect">
            <a:avLst/>
          </a:prstGeom>
        </p:spPr>
        <p:txBody>
          <a:bodyPr/>
          <a:lstStyle>
            <a:lvl1pPr marL="0" marR="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sz="1400" b="0" i="0">
                <a:solidFill>
                  <a:srgbClr val="333333"/>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en-US" dirty="0" err="1"/>
              <a:t>Nequianihil</a:t>
            </a:r>
            <a:r>
              <a:rPr lang="en-US" dirty="0"/>
              <a:t> </a:t>
            </a:r>
            <a:r>
              <a:rPr lang="en-US" dirty="0" err="1"/>
              <a:t>eos</a:t>
            </a:r>
            <a:r>
              <a:rPr lang="en-US" dirty="0"/>
              <a:t> </a:t>
            </a:r>
            <a:r>
              <a:rPr lang="en-US" dirty="0" err="1"/>
              <a:t>aut</a:t>
            </a:r>
            <a:r>
              <a:rPr lang="en-US" dirty="0"/>
              <a:t> </a:t>
            </a:r>
            <a:r>
              <a:rPr lang="en-US" dirty="0" err="1"/>
              <a:t>hiligent</a:t>
            </a:r>
            <a:r>
              <a:rPr lang="en-US" dirty="0"/>
              <a:t> </a:t>
            </a:r>
            <a:r>
              <a:rPr lang="en-US" dirty="0" err="1"/>
              <a:t>fuga</a:t>
            </a:r>
            <a:r>
              <a:rPr lang="en-US" dirty="0"/>
              <a:t>. </a:t>
            </a:r>
            <a:r>
              <a:rPr lang="en-US" dirty="0" err="1"/>
              <a:t>Poressincti</a:t>
            </a:r>
            <a:r>
              <a:rPr lang="en-US" dirty="0"/>
              <a:t> </a:t>
            </a:r>
            <a:r>
              <a:rPr lang="en-US" dirty="0" err="1"/>
              <a:t>voluptatur</a:t>
            </a:r>
            <a:r>
              <a:rPr lang="en-US" dirty="0"/>
              <a:t>? Quid </a:t>
            </a:r>
            <a:r>
              <a:rPr lang="en-US" dirty="0" err="1"/>
              <a:t>quossitium</a:t>
            </a:r>
            <a:r>
              <a:rPr lang="en-US" dirty="0"/>
              <a:t> </a:t>
            </a:r>
            <a:r>
              <a:rPr lang="en-US" dirty="0" err="1"/>
              <a:t>ipid</a:t>
            </a:r>
            <a:r>
              <a:rPr lang="en-US" dirty="0"/>
              <a:t> et </a:t>
            </a:r>
            <a:r>
              <a:rPr lang="en-US" dirty="0" err="1"/>
              <a:t>eius</a:t>
            </a:r>
            <a:r>
              <a:rPr lang="en-US" dirty="0"/>
              <a:t> </a:t>
            </a:r>
            <a:r>
              <a:rPr lang="en-US" dirty="0" err="1"/>
              <a:t>autatur</a:t>
            </a:r>
            <a:r>
              <a:rPr lang="en-US" dirty="0"/>
              <a:t> </a:t>
            </a:r>
            <a:r>
              <a:rPr lang="en-US" dirty="0" err="1"/>
              <a:t>accus</a:t>
            </a:r>
            <a:r>
              <a:rPr lang="en-US" dirty="0"/>
              <a:t> sum </a:t>
            </a:r>
            <a:r>
              <a:rPr lang="en-US" dirty="0" err="1"/>
              <a:t>quatem</a:t>
            </a:r>
            <a:r>
              <a:rPr lang="en-US" dirty="0"/>
              <a:t> </a:t>
            </a:r>
            <a:r>
              <a:rPr lang="en-US" dirty="0" err="1"/>
              <a:t>sene</a:t>
            </a:r>
            <a:r>
              <a:rPr lang="en-US" dirty="0"/>
              <a:t> </a:t>
            </a:r>
            <a:r>
              <a:rPr lang="en-US" dirty="0" err="1"/>
              <a:t>ium</a:t>
            </a:r>
            <a:r>
              <a:rPr lang="en-US" dirty="0"/>
              <a:t> </a:t>
            </a:r>
            <a:r>
              <a:rPr lang="en-US" dirty="0" err="1"/>
              <a:t>earum</a:t>
            </a:r>
            <a:r>
              <a:rPr lang="en-US" dirty="0"/>
              <a:t> </a:t>
            </a:r>
            <a:r>
              <a:rPr lang="en-US" dirty="0" err="1"/>
              <a:t>simust</a:t>
            </a:r>
            <a:r>
              <a:rPr lang="en-US" dirty="0"/>
              <a:t> </a:t>
            </a:r>
            <a:r>
              <a:rPr lang="en-US" dirty="0" err="1"/>
              <a:t>ut</a:t>
            </a:r>
            <a:r>
              <a:rPr lang="en-US" dirty="0"/>
              <a:t> </a:t>
            </a:r>
            <a:r>
              <a:rPr lang="en-US" dirty="0" err="1"/>
              <a:t>autempores</a:t>
            </a:r>
            <a:r>
              <a:rPr lang="en-US" dirty="0"/>
              <a:t> </a:t>
            </a:r>
            <a:r>
              <a:rPr lang="en-US" dirty="0" err="1"/>
              <a:t>molore</a:t>
            </a:r>
            <a:r>
              <a:rPr lang="en-US" dirty="0"/>
              <a:t> </a:t>
            </a:r>
            <a:r>
              <a:rPr lang="en-US" dirty="0" err="1"/>
              <a:t>vella</a:t>
            </a:r>
            <a:r>
              <a:rPr lang="en-US" dirty="0"/>
              <a:t> </a:t>
            </a:r>
            <a:r>
              <a:rPr lang="en-US" dirty="0" err="1"/>
              <a:t>consed</a:t>
            </a:r>
            <a:r>
              <a:rPr lang="en-US" dirty="0"/>
              <a:t> </a:t>
            </a:r>
            <a:r>
              <a:rPr lang="en-US" dirty="0" err="1"/>
              <a:t>exerepedio</a:t>
            </a:r>
            <a:r>
              <a:rPr lang="en-US" dirty="0"/>
              <a:t> </a:t>
            </a:r>
            <a:r>
              <a:rPr lang="en-US" dirty="0" err="1"/>
              <a:t>quiate</a:t>
            </a:r>
            <a:r>
              <a:rPr lang="en-US" dirty="0"/>
              <a:t> </a:t>
            </a:r>
            <a:r>
              <a:rPr lang="en-US" dirty="0" err="1"/>
              <a:t>volecul</a:t>
            </a:r>
            <a:r>
              <a:rPr lang="en-US" dirty="0"/>
              <a:t> </a:t>
            </a:r>
            <a:r>
              <a:rPr lang="en-US" dirty="0" err="1"/>
              <a:t>lupicit</a:t>
            </a:r>
            <a:r>
              <a:rPr lang="en-US" dirty="0"/>
              <a:t> </a:t>
            </a:r>
            <a:r>
              <a:rPr lang="en-US" dirty="0" err="1"/>
              <a:t>utecten</a:t>
            </a:r>
            <a:r>
              <a:rPr lang="en-US" dirty="0"/>
              <a:t> </a:t>
            </a:r>
            <a:r>
              <a:rPr lang="en-US" dirty="0" err="1"/>
              <a:t>imaion</a:t>
            </a:r>
            <a:r>
              <a:rPr lang="en-US" dirty="0"/>
              <a:t> </a:t>
            </a:r>
            <a:r>
              <a:rPr lang="en-US" dirty="0" err="1"/>
              <a:t>nimil</a:t>
            </a:r>
            <a:r>
              <a:rPr lang="en-US" dirty="0"/>
              <a:t> is </a:t>
            </a:r>
            <a:r>
              <a:rPr lang="en-US" dirty="0" err="1"/>
              <a:t>dolute</a:t>
            </a:r>
            <a:r>
              <a:rPr lang="en-US" dirty="0"/>
              <a:t> </a:t>
            </a:r>
            <a:r>
              <a:rPr lang="en-US" dirty="0" err="1"/>
              <a:t>sunt</a:t>
            </a:r>
            <a:r>
              <a:rPr lang="en-US" dirty="0"/>
              <a:t> alit id </a:t>
            </a:r>
            <a:r>
              <a:rPr lang="en-US" dirty="0" err="1"/>
              <a:t>magnatusamus</a:t>
            </a:r>
            <a:r>
              <a:rPr lang="en-US" dirty="0"/>
              <a:t> et </a:t>
            </a:r>
            <a:r>
              <a:rPr lang="en-US" dirty="0" err="1"/>
              <a:t>quam</a:t>
            </a:r>
            <a:r>
              <a:rPr lang="en-US" dirty="0"/>
              <a:t>, </a:t>
            </a:r>
            <a:r>
              <a:rPr lang="en-US" dirty="0" err="1"/>
              <a:t>omnis</a:t>
            </a:r>
            <a:r>
              <a:rPr lang="en-US" dirty="0"/>
              <a:t> qui </a:t>
            </a:r>
            <a:r>
              <a:rPr lang="en-US" dirty="0" err="1"/>
              <a:t>conse</a:t>
            </a:r>
            <a:r>
              <a:rPr lang="en-US" dirty="0"/>
              <a:t> </a:t>
            </a:r>
            <a:r>
              <a:rPr lang="en-US" dirty="0" err="1"/>
              <a:t>quisi</a:t>
            </a:r>
            <a:r>
              <a:rPr lang="en-US" dirty="0"/>
              <a:t> </a:t>
            </a:r>
            <a:r>
              <a:rPr lang="en-US" dirty="0" err="1"/>
              <a:t>aut</a:t>
            </a:r>
            <a:r>
              <a:rPr lang="en-US" dirty="0"/>
              <a:t> anis </a:t>
            </a:r>
            <a:r>
              <a:rPr lang="en-US" dirty="0" err="1"/>
              <a:t>excerione</a:t>
            </a:r>
            <a:r>
              <a:rPr lang="en-US" dirty="0"/>
              <a:t> </a:t>
            </a:r>
            <a:r>
              <a:rPr lang="en-US" dirty="0" err="1"/>
              <a:t>eum</a:t>
            </a:r>
            <a:r>
              <a:rPr lang="en-US" dirty="0"/>
              <a:t>.</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en-US" dirty="0"/>
              <a:t> </a:t>
            </a:r>
            <a:r>
              <a:rPr lang="en-US" dirty="0" err="1"/>
              <a:t>Nequianihil</a:t>
            </a:r>
            <a:r>
              <a:rPr lang="en-US" dirty="0"/>
              <a:t> </a:t>
            </a:r>
            <a:r>
              <a:rPr lang="en-US" dirty="0" err="1"/>
              <a:t>eos</a:t>
            </a:r>
            <a:r>
              <a:rPr lang="en-US" dirty="0"/>
              <a:t> </a:t>
            </a:r>
            <a:r>
              <a:rPr lang="en-US" dirty="0" err="1"/>
              <a:t>aut</a:t>
            </a:r>
            <a:r>
              <a:rPr lang="en-US" dirty="0"/>
              <a:t> </a:t>
            </a:r>
            <a:r>
              <a:rPr lang="en-US" dirty="0" err="1"/>
              <a:t>hiligent</a:t>
            </a:r>
            <a:r>
              <a:rPr lang="en-US" dirty="0"/>
              <a:t> </a:t>
            </a:r>
            <a:r>
              <a:rPr lang="en-US" dirty="0" err="1"/>
              <a:t>fuga</a:t>
            </a:r>
            <a:r>
              <a:rPr lang="en-US" dirty="0"/>
              <a:t>. </a:t>
            </a:r>
            <a:r>
              <a:rPr lang="en-US" dirty="0" err="1"/>
              <a:t>Poressincti</a:t>
            </a:r>
            <a:r>
              <a:rPr lang="en-US" dirty="0"/>
              <a:t> </a:t>
            </a:r>
            <a:r>
              <a:rPr lang="en-US" dirty="0" err="1"/>
              <a:t>voluptatur</a:t>
            </a:r>
            <a:r>
              <a:rPr lang="en-US" dirty="0"/>
              <a:t>? Quid </a:t>
            </a:r>
            <a:r>
              <a:rPr lang="en-US" dirty="0" err="1"/>
              <a:t>quossitium</a:t>
            </a:r>
            <a:r>
              <a:rPr lang="en-US" dirty="0"/>
              <a:t> </a:t>
            </a:r>
            <a:r>
              <a:rPr lang="en-US" dirty="0" err="1"/>
              <a:t>ipid</a:t>
            </a:r>
            <a:r>
              <a:rPr lang="en-US" dirty="0"/>
              <a:t> et </a:t>
            </a:r>
            <a:r>
              <a:rPr lang="en-US" dirty="0" err="1"/>
              <a:t>eius</a:t>
            </a:r>
            <a:r>
              <a:rPr lang="en-US" dirty="0"/>
              <a:t> </a:t>
            </a:r>
            <a:r>
              <a:rPr lang="en-US" dirty="0" err="1"/>
              <a:t>autatur</a:t>
            </a:r>
            <a:r>
              <a:rPr lang="en-US" dirty="0"/>
              <a:t> </a:t>
            </a:r>
            <a:r>
              <a:rPr lang="en-US" dirty="0" err="1"/>
              <a:t>accus</a:t>
            </a:r>
            <a:r>
              <a:rPr lang="en-US" dirty="0"/>
              <a:t> sum </a:t>
            </a:r>
            <a:r>
              <a:rPr lang="en-US" dirty="0" err="1"/>
              <a:t>quatem</a:t>
            </a:r>
            <a:r>
              <a:rPr lang="en-US" dirty="0"/>
              <a:t> </a:t>
            </a:r>
            <a:r>
              <a:rPr lang="en-US" dirty="0" err="1"/>
              <a:t>sene</a:t>
            </a:r>
            <a:r>
              <a:rPr lang="en-US" dirty="0"/>
              <a:t> </a:t>
            </a:r>
            <a:r>
              <a:rPr lang="en-US" dirty="0" err="1"/>
              <a:t>ium</a:t>
            </a:r>
            <a:r>
              <a:rPr lang="en-US" dirty="0"/>
              <a:t> </a:t>
            </a:r>
            <a:r>
              <a:rPr lang="en-US" dirty="0" err="1"/>
              <a:t>earum</a:t>
            </a:r>
            <a:r>
              <a:rPr lang="en-US" dirty="0"/>
              <a:t> </a:t>
            </a:r>
            <a:r>
              <a:rPr lang="en-US" dirty="0" err="1"/>
              <a:t>simust</a:t>
            </a:r>
            <a:r>
              <a:rPr lang="en-US" dirty="0"/>
              <a:t> </a:t>
            </a:r>
            <a:r>
              <a:rPr lang="en-US" dirty="0" err="1"/>
              <a:t>ut</a:t>
            </a:r>
            <a:r>
              <a:rPr lang="en-US" dirty="0"/>
              <a:t> </a:t>
            </a:r>
            <a:r>
              <a:rPr lang="en-US" dirty="0" err="1"/>
              <a:t>autempores</a:t>
            </a:r>
            <a:r>
              <a:rPr lang="en-US" dirty="0"/>
              <a:t> </a:t>
            </a:r>
            <a:r>
              <a:rPr lang="en-US" dirty="0" err="1"/>
              <a:t>molore</a:t>
            </a:r>
            <a:r>
              <a:rPr lang="en-US" dirty="0"/>
              <a:t> </a:t>
            </a:r>
            <a:r>
              <a:rPr lang="en-US" dirty="0" err="1"/>
              <a:t>vella</a:t>
            </a:r>
            <a:r>
              <a:rPr lang="en-US" dirty="0"/>
              <a:t> </a:t>
            </a:r>
            <a:r>
              <a:rPr lang="en-US" dirty="0" err="1"/>
              <a:t>consed</a:t>
            </a:r>
            <a:r>
              <a:rPr lang="en-US" dirty="0"/>
              <a:t> </a:t>
            </a:r>
            <a:r>
              <a:rPr lang="en-US" dirty="0" err="1"/>
              <a:t>exerepedio</a:t>
            </a:r>
            <a:r>
              <a:rPr lang="en-US" dirty="0"/>
              <a:t> </a:t>
            </a:r>
            <a:r>
              <a:rPr lang="en-US" dirty="0" err="1"/>
              <a:t>quiate</a:t>
            </a:r>
            <a:r>
              <a:rPr lang="en-US" dirty="0"/>
              <a:t> </a:t>
            </a:r>
            <a:r>
              <a:rPr lang="en-US" dirty="0" err="1"/>
              <a:t>volecul</a:t>
            </a:r>
            <a:r>
              <a:rPr lang="en-US" dirty="0"/>
              <a:t> </a:t>
            </a:r>
            <a:r>
              <a:rPr lang="en-US" dirty="0" err="1"/>
              <a:t>lupicit</a:t>
            </a:r>
            <a:r>
              <a:rPr lang="en-US" dirty="0"/>
              <a:t> </a:t>
            </a:r>
            <a:r>
              <a:rPr lang="en-US" dirty="0" err="1"/>
              <a:t>utecten</a:t>
            </a:r>
            <a:r>
              <a:rPr lang="en-US" dirty="0"/>
              <a:t> </a:t>
            </a:r>
            <a:r>
              <a:rPr lang="en-US" dirty="0" err="1"/>
              <a:t>imaion</a:t>
            </a:r>
            <a:r>
              <a:rPr lang="en-US" dirty="0"/>
              <a:t> </a:t>
            </a:r>
            <a:r>
              <a:rPr lang="en-US" dirty="0" err="1"/>
              <a:t>nimil</a:t>
            </a:r>
            <a:r>
              <a:rPr lang="en-US" dirty="0"/>
              <a:t> is </a:t>
            </a:r>
            <a:r>
              <a:rPr lang="en-US" dirty="0" err="1"/>
              <a:t>dolute</a:t>
            </a:r>
            <a:r>
              <a:rPr lang="en-US" dirty="0"/>
              <a:t> </a:t>
            </a:r>
            <a:r>
              <a:rPr lang="en-US" dirty="0" err="1"/>
              <a:t>sunt</a:t>
            </a:r>
            <a:r>
              <a:rPr lang="en-US" dirty="0"/>
              <a:t> alit id </a:t>
            </a:r>
            <a:r>
              <a:rPr lang="en-US" dirty="0" err="1"/>
              <a:t>magnatusamus</a:t>
            </a:r>
            <a:r>
              <a:rPr lang="en-US" dirty="0"/>
              <a:t> et </a:t>
            </a:r>
            <a:r>
              <a:rPr lang="en-US" dirty="0" err="1"/>
              <a:t>quam</a:t>
            </a:r>
            <a:r>
              <a:rPr lang="en-US" dirty="0"/>
              <a:t>, </a:t>
            </a:r>
            <a:r>
              <a:rPr lang="en-US" dirty="0" err="1"/>
              <a:t>omnis</a:t>
            </a:r>
            <a:r>
              <a:rPr lang="en-US" dirty="0"/>
              <a:t> qui </a:t>
            </a:r>
            <a:r>
              <a:rPr lang="en-US" dirty="0" err="1"/>
              <a:t>conse</a:t>
            </a:r>
            <a:r>
              <a:rPr lang="en-US" dirty="0"/>
              <a:t> </a:t>
            </a:r>
            <a:r>
              <a:rPr lang="en-US" dirty="0" err="1"/>
              <a:t>quisi</a:t>
            </a:r>
            <a:r>
              <a:rPr lang="en-US" dirty="0"/>
              <a:t> </a:t>
            </a:r>
            <a:r>
              <a:rPr lang="en-US" dirty="0" err="1"/>
              <a:t>aut</a:t>
            </a:r>
            <a:r>
              <a:rPr lang="en-US" dirty="0"/>
              <a:t> anis </a:t>
            </a:r>
            <a:r>
              <a:rPr lang="en-US" dirty="0" err="1"/>
              <a:t>excerione</a:t>
            </a:r>
            <a:r>
              <a:rPr lang="en-US" dirty="0"/>
              <a:t> </a:t>
            </a:r>
            <a:r>
              <a:rPr lang="en-US" dirty="0" err="1"/>
              <a:t>eum</a:t>
            </a:r>
            <a:r>
              <a:rPr lang="en-US" dirty="0"/>
              <a:t>.</a:t>
            </a:r>
          </a:p>
          <a:p>
            <a:pPr lvl="0"/>
            <a:endParaRPr lang="en-US" dirty="0"/>
          </a:p>
        </p:txBody>
      </p:sp>
      <p:sp>
        <p:nvSpPr>
          <p:cNvPr id="13" name="Text Placeholder 4">
            <a:extLst>
              <a:ext uri="{FF2B5EF4-FFF2-40B4-BE49-F238E27FC236}">
                <a16:creationId xmlns:a16="http://schemas.microsoft.com/office/drawing/2014/main" id="{E67B1BB2-660D-E148-A6EE-55FD142ABF71}"/>
              </a:ext>
            </a:extLst>
          </p:cNvPr>
          <p:cNvSpPr>
            <a:spLocks noGrp="1"/>
          </p:cNvSpPr>
          <p:nvPr>
            <p:ph type="body" sz="quarter" idx="10" hasCustomPrompt="1"/>
          </p:nvPr>
        </p:nvSpPr>
        <p:spPr>
          <a:xfrm>
            <a:off x="427511" y="331190"/>
            <a:ext cx="10382427" cy="407097"/>
          </a:xfrm>
          <a:prstGeom prst="rect">
            <a:avLst/>
          </a:prstGeom>
        </p:spPr>
        <p:txBody>
          <a:bodyPr/>
          <a:lstStyle>
            <a:lvl1pPr marL="0" indent="0">
              <a:lnSpc>
                <a:spcPct val="100000"/>
              </a:lnSpc>
              <a:buNone/>
              <a:defRPr sz="30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HEADLINE</a:t>
            </a:r>
          </a:p>
        </p:txBody>
      </p:sp>
      <p:sp>
        <p:nvSpPr>
          <p:cNvPr id="20" name="Text Placeholder 4">
            <a:extLst>
              <a:ext uri="{FF2B5EF4-FFF2-40B4-BE49-F238E27FC236}">
                <a16:creationId xmlns:a16="http://schemas.microsoft.com/office/drawing/2014/main" id="{2739A6D5-0DEE-DA49-9CB1-48D3360FC306}"/>
              </a:ext>
            </a:extLst>
          </p:cNvPr>
          <p:cNvSpPr>
            <a:spLocks noGrp="1"/>
          </p:cNvSpPr>
          <p:nvPr>
            <p:ph type="body" sz="quarter" idx="11" hasCustomPrompt="1"/>
          </p:nvPr>
        </p:nvSpPr>
        <p:spPr>
          <a:xfrm>
            <a:off x="442501" y="751401"/>
            <a:ext cx="10382427" cy="440318"/>
          </a:xfrm>
          <a:prstGeom prst="rect">
            <a:avLst/>
          </a:prstGeom>
        </p:spPr>
        <p:txBody>
          <a:bodyPr/>
          <a:lstStyle>
            <a:lvl1pPr marL="0" indent="0">
              <a:lnSpc>
                <a:spcPct val="100000"/>
              </a:lnSpc>
              <a:buNone/>
              <a:defRPr sz="2400" b="0" i="0">
                <a:solidFill>
                  <a:srgbClr val="23BDC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 headline</a:t>
            </a:r>
          </a:p>
        </p:txBody>
      </p:sp>
      <p:sp>
        <p:nvSpPr>
          <p:cNvPr id="9" name="Rectangle 8">
            <a:extLst>
              <a:ext uri="{FF2B5EF4-FFF2-40B4-BE49-F238E27FC236}">
                <a16:creationId xmlns:a16="http://schemas.microsoft.com/office/drawing/2014/main" id="{D35D78C4-7EE3-B7E2-0E2B-67CA9980C975}"/>
              </a:ext>
            </a:extLst>
          </p:cNvPr>
          <p:cNvSpPr/>
          <p:nvPr userDrawn="1"/>
        </p:nvSpPr>
        <p:spPr>
          <a:xfrm rot="10800000">
            <a:off x="0" y="6389159"/>
            <a:ext cx="12192000" cy="489003"/>
          </a:xfrm>
          <a:prstGeom prst="rect">
            <a:avLst/>
          </a:prstGeom>
          <a:solidFill>
            <a:srgbClr val="003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D8BDB6E-E454-6585-DB7B-846C32CA6225}"/>
              </a:ext>
            </a:extLst>
          </p:cNvPr>
          <p:cNvSpPr txBox="1"/>
          <p:nvPr userDrawn="1"/>
        </p:nvSpPr>
        <p:spPr>
          <a:xfrm>
            <a:off x="10492113" y="6506703"/>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1" name="Picture 10" descr="Text, logo&#10;&#10;Description automatically generated with medium confidence">
            <a:extLst>
              <a:ext uri="{FF2B5EF4-FFF2-40B4-BE49-F238E27FC236}">
                <a16:creationId xmlns:a16="http://schemas.microsoft.com/office/drawing/2014/main" id="{4C008AC3-6217-FA54-905D-3F94AE47611C}"/>
              </a:ext>
            </a:extLst>
          </p:cNvPr>
          <p:cNvPicPr>
            <a:picLocks noChangeAspect="1"/>
          </p:cNvPicPr>
          <p:nvPr userDrawn="1"/>
        </p:nvPicPr>
        <p:blipFill>
          <a:blip r:embed="rId2"/>
          <a:stretch>
            <a:fillRect/>
          </a:stretch>
        </p:blipFill>
        <p:spPr>
          <a:xfrm>
            <a:off x="54615" y="6381370"/>
            <a:ext cx="1317688" cy="489005"/>
          </a:xfrm>
          <a:prstGeom prst="rect">
            <a:avLst/>
          </a:prstGeom>
        </p:spPr>
      </p:pic>
    </p:spTree>
    <p:extLst>
      <p:ext uri="{BB962C8B-B14F-4D97-AF65-F5344CB8AC3E}">
        <p14:creationId xmlns:p14="http://schemas.microsoft.com/office/powerpoint/2010/main" val="37506953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7" name="Text Placeholder 4">
            <a:extLst>
              <a:ext uri="{FF2B5EF4-FFF2-40B4-BE49-F238E27FC236}">
                <a16:creationId xmlns:a16="http://schemas.microsoft.com/office/drawing/2014/main" id="{ED238C3E-378B-9A4D-BC39-006D2B017B8E}"/>
              </a:ext>
            </a:extLst>
          </p:cNvPr>
          <p:cNvSpPr>
            <a:spLocks noGrp="1"/>
          </p:cNvSpPr>
          <p:nvPr>
            <p:ph type="body" sz="quarter" idx="14" hasCustomPrompt="1"/>
          </p:nvPr>
        </p:nvSpPr>
        <p:spPr>
          <a:xfrm>
            <a:off x="1482295" y="2513743"/>
            <a:ext cx="9440069" cy="1830514"/>
          </a:xfrm>
          <a:prstGeom prst="rect">
            <a:avLst/>
          </a:prstGeom>
        </p:spPr>
        <p:txBody>
          <a:bodyPr/>
          <a:lstStyle>
            <a:lvl1pPr marL="285750" indent="-285750">
              <a:lnSpc>
                <a:spcPct val="100000"/>
              </a:lnSpc>
              <a:buClr>
                <a:schemeClr val="bg1">
                  <a:lumMod val="65000"/>
                </a:schemeClr>
              </a:buClr>
              <a:buFont typeface="Arial" panose="020B0604020202020204" pitchFamily="34" charset="0"/>
              <a:buChar char="•"/>
              <a:defRPr sz="1400" b="0" i="0">
                <a:solidFill>
                  <a:srgbClr val="333333"/>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Bullet font &amp; style</a:t>
            </a:r>
          </a:p>
          <a:p>
            <a:pPr lvl="0"/>
            <a:r>
              <a:rPr lang="en-US" dirty="0"/>
              <a:t>Bullet font &amp; style</a:t>
            </a:r>
          </a:p>
          <a:p>
            <a:pPr lvl="0"/>
            <a:r>
              <a:rPr lang="en-US" dirty="0"/>
              <a:t>Bullet font &amp; style</a:t>
            </a:r>
          </a:p>
          <a:p>
            <a:pPr lvl="0"/>
            <a:r>
              <a:rPr lang="en-US" dirty="0"/>
              <a:t>Bullet font &amp; style</a:t>
            </a:r>
          </a:p>
          <a:p>
            <a:pPr lvl="0"/>
            <a:r>
              <a:rPr lang="en-US" dirty="0"/>
              <a:t>Bullet font &amp; style</a:t>
            </a:r>
          </a:p>
        </p:txBody>
      </p:sp>
      <p:sp>
        <p:nvSpPr>
          <p:cNvPr id="22" name="Text Placeholder 4">
            <a:extLst>
              <a:ext uri="{FF2B5EF4-FFF2-40B4-BE49-F238E27FC236}">
                <a16:creationId xmlns:a16="http://schemas.microsoft.com/office/drawing/2014/main" id="{4DFCCEE5-FDE9-6343-AD3D-69929C473F32}"/>
              </a:ext>
            </a:extLst>
          </p:cNvPr>
          <p:cNvSpPr>
            <a:spLocks noGrp="1"/>
          </p:cNvSpPr>
          <p:nvPr>
            <p:ph type="body" sz="quarter" idx="12" hasCustomPrompt="1"/>
          </p:nvPr>
        </p:nvSpPr>
        <p:spPr>
          <a:xfrm>
            <a:off x="1482294" y="2095131"/>
            <a:ext cx="9440069" cy="418612"/>
          </a:xfrm>
          <a:prstGeom prst="rect">
            <a:avLst/>
          </a:prstGeom>
        </p:spPr>
        <p:txBody>
          <a:bodyPr/>
          <a:lstStyle>
            <a:lvl1pPr marL="0" indent="0">
              <a:lnSpc>
                <a:spcPct val="100000"/>
              </a:lnSpc>
              <a:buNone/>
              <a:defRPr sz="18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Subtitle</a:t>
            </a:r>
          </a:p>
        </p:txBody>
      </p:sp>
      <p:sp>
        <p:nvSpPr>
          <p:cNvPr id="19" name="Text Placeholder 4">
            <a:extLst>
              <a:ext uri="{FF2B5EF4-FFF2-40B4-BE49-F238E27FC236}">
                <a16:creationId xmlns:a16="http://schemas.microsoft.com/office/drawing/2014/main" id="{3BA43D8B-7DAF-B848-8B71-944C89C1F0F6}"/>
              </a:ext>
            </a:extLst>
          </p:cNvPr>
          <p:cNvSpPr>
            <a:spLocks noGrp="1"/>
          </p:cNvSpPr>
          <p:nvPr>
            <p:ph type="body" sz="quarter" idx="10" hasCustomPrompt="1"/>
          </p:nvPr>
        </p:nvSpPr>
        <p:spPr>
          <a:xfrm>
            <a:off x="427511" y="331190"/>
            <a:ext cx="10382427" cy="407097"/>
          </a:xfrm>
          <a:prstGeom prst="rect">
            <a:avLst/>
          </a:prstGeom>
        </p:spPr>
        <p:txBody>
          <a:bodyPr/>
          <a:lstStyle>
            <a:lvl1pPr marL="0" indent="0">
              <a:lnSpc>
                <a:spcPct val="100000"/>
              </a:lnSpc>
              <a:buNone/>
              <a:defRPr sz="30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HEADLINE</a:t>
            </a:r>
          </a:p>
        </p:txBody>
      </p:sp>
      <p:sp>
        <p:nvSpPr>
          <p:cNvPr id="23" name="Text Placeholder 4">
            <a:extLst>
              <a:ext uri="{FF2B5EF4-FFF2-40B4-BE49-F238E27FC236}">
                <a16:creationId xmlns:a16="http://schemas.microsoft.com/office/drawing/2014/main" id="{BBD1B11C-9EF3-864D-A5AD-5E531D2EF372}"/>
              </a:ext>
            </a:extLst>
          </p:cNvPr>
          <p:cNvSpPr>
            <a:spLocks noGrp="1"/>
          </p:cNvSpPr>
          <p:nvPr>
            <p:ph type="body" sz="quarter" idx="11" hasCustomPrompt="1"/>
          </p:nvPr>
        </p:nvSpPr>
        <p:spPr>
          <a:xfrm>
            <a:off x="442501" y="751401"/>
            <a:ext cx="10382427" cy="440318"/>
          </a:xfrm>
          <a:prstGeom prst="rect">
            <a:avLst/>
          </a:prstGeom>
        </p:spPr>
        <p:txBody>
          <a:bodyPr/>
          <a:lstStyle>
            <a:lvl1pPr marL="0" indent="0">
              <a:lnSpc>
                <a:spcPct val="100000"/>
              </a:lnSpc>
              <a:buNone/>
              <a:defRPr sz="2400" b="0" i="0">
                <a:solidFill>
                  <a:srgbClr val="23BDC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 headline</a:t>
            </a:r>
          </a:p>
        </p:txBody>
      </p:sp>
      <p:sp>
        <p:nvSpPr>
          <p:cNvPr id="9" name="Rectangle 8">
            <a:extLst>
              <a:ext uri="{FF2B5EF4-FFF2-40B4-BE49-F238E27FC236}">
                <a16:creationId xmlns:a16="http://schemas.microsoft.com/office/drawing/2014/main" id="{5FFB9C9F-CA81-F85E-CC19-D6BA73ECADE1}"/>
              </a:ext>
            </a:extLst>
          </p:cNvPr>
          <p:cNvSpPr/>
          <p:nvPr userDrawn="1"/>
        </p:nvSpPr>
        <p:spPr>
          <a:xfrm rot="10800000">
            <a:off x="0" y="6389159"/>
            <a:ext cx="12192000" cy="489003"/>
          </a:xfrm>
          <a:prstGeom prst="rect">
            <a:avLst/>
          </a:prstGeom>
          <a:solidFill>
            <a:srgbClr val="003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9BD1351-CB47-C714-9B0E-D2BF4D506BDD}"/>
              </a:ext>
            </a:extLst>
          </p:cNvPr>
          <p:cNvSpPr txBox="1"/>
          <p:nvPr userDrawn="1"/>
        </p:nvSpPr>
        <p:spPr>
          <a:xfrm>
            <a:off x="10492113" y="6506703"/>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1" name="Picture 10" descr="Text, logo&#10;&#10;Description automatically generated with medium confidence">
            <a:extLst>
              <a:ext uri="{FF2B5EF4-FFF2-40B4-BE49-F238E27FC236}">
                <a16:creationId xmlns:a16="http://schemas.microsoft.com/office/drawing/2014/main" id="{97CEAAFD-21A6-58FE-BF67-563183020A7C}"/>
              </a:ext>
            </a:extLst>
          </p:cNvPr>
          <p:cNvPicPr>
            <a:picLocks noChangeAspect="1"/>
          </p:cNvPicPr>
          <p:nvPr userDrawn="1"/>
        </p:nvPicPr>
        <p:blipFill>
          <a:blip r:embed="rId2"/>
          <a:stretch>
            <a:fillRect/>
          </a:stretch>
        </p:blipFill>
        <p:spPr>
          <a:xfrm>
            <a:off x="54615" y="6381370"/>
            <a:ext cx="1317688" cy="489005"/>
          </a:xfrm>
          <a:prstGeom prst="rect">
            <a:avLst/>
          </a:prstGeom>
        </p:spPr>
      </p:pic>
    </p:spTree>
    <p:extLst>
      <p:ext uri="{BB962C8B-B14F-4D97-AF65-F5344CB8AC3E}">
        <p14:creationId xmlns:p14="http://schemas.microsoft.com/office/powerpoint/2010/main" val="22163820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E9F87B-916F-C84A-BAA3-66B0FA036B8F}"/>
              </a:ext>
            </a:extLst>
          </p:cNvPr>
          <p:cNvCxnSpPr>
            <a:cxnSpLocks/>
          </p:cNvCxnSpPr>
          <p:nvPr userDrawn="1"/>
        </p:nvCxnSpPr>
        <p:spPr>
          <a:xfrm>
            <a:off x="6326377" y="2314478"/>
            <a:ext cx="0" cy="22596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 Placeholder 4">
            <a:extLst>
              <a:ext uri="{FF2B5EF4-FFF2-40B4-BE49-F238E27FC236}">
                <a16:creationId xmlns:a16="http://schemas.microsoft.com/office/drawing/2014/main" id="{8D272A65-5E8D-9E4F-B01B-E2B4B581CA5E}"/>
              </a:ext>
            </a:extLst>
          </p:cNvPr>
          <p:cNvSpPr>
            <a:spLocks noGrp="1"/>
          </p:cNvSpPr>
          <p:nvPr>
            <p:ph type="body" sz="quarter" idx="13" hasCustomPrompt="1"/>
          </p:nvPr>
        </p:nvSpPr>
        <p:spPr>
          <a:xfrm>
            <a:off x="1482295" y="2743642"/>
            <a:ext cx="4489660" cy="1830514"/>
          </a:xfrm>
          <a:prstGeom prst="rect">
            <a:avLst/>
          </a:prstGeom>
        </p:spPr>
        <p:txBody>
          <a:bodyPr anchor="t"/>
          <a:lstStyle>
            <a:lvl1pPr marL="0" indent="0">
              <a:lnSpc>
                <a:spcPct val="150000"/>
              </a:lnSpc>
              <a:buNone/>
              <a:defRPr sz="1400" b="0" i="0">
                <a:solidFill>
                  <a:srgbClr val="333333"/>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Quid </a:t>
            </a:r>
            <a:r>
              <a:rPr lang="en-US" dirty="0" err="1"/>
              <a:t>quossitium</a:t>
            </a:r>
            <a:r>
              <a:rPr lang="en-US" dirty="0"/>
              <a:t> </a:t>
            </a:r>
            <a:r>
              <a:rPr lang="en-US" dirty="0" err="1"/>
              <a:t>ipid</a:t>
            </a:r>
            <a:r>
              <a:rPr lang="en-US" dirty="0"/>
              <a:t> et </a:t>
            </a:r>
            <a:r>
              <a:rPr lang="en-US" dirty="0" err="1"/>
              <a:t>eius</a:t>
            </a:r>
            <a:r>
              <a:rPr lang="en-US" dirty="0"/>
              <a:t> </a:t>
            </a:r>
            <a:r>
              <a:rPr lang="en-US" dirty="0" err="1"/>
              <a:t>autatur</a:t>
            </a:r>
            <a:r>
              <a:rPr lang="en-US" dirty="0"/>
              <a:t> </a:t>
            </a:r>
            <a:r>
              <a:rPr lang="en-US" dirty="0" err="1"/>
              <a:t>accus</a:t>
            </a:r>
            <a:r>
              <a:rPr lang="en-US" dirty="0"/>
              <a:t> sum </a:t>
            </a:r>
            <a:r>
              <a:rPr lang="en-US" dirty="0" err="1"/>
              <a:t>quatem</a:t>
            </a:r>
            <a:r>
              <a:rPr lang="en-US" dirty="0"/>
              <a:t> </a:t>
            </a:r>
            <a:r>
              <a:rPr lang="en-US" dirty="0" err="1"/>
              <a:t>sene</a:t>
            </a:r>
            <a:r>
              <a:rPr lang="en-US" dirty="0"/>
              <a:t> </a:t>
            </a:r>
            <a:r>
              <a:rPr lang="en-US" dirty="0" err="1"/>
              <a:t>ium</a:t>
            </a:r>
            <a:r>
              <a:rPr lang="en-US" dirty="0"/>
              <a:t> </a:t>
            </a:r>
            <a:r>
              <a:rPr lang="en-US" dirty="0" err="1"/>
              <a:t>earum</a:t>
            </a:r>
            <a:r>
              <a:rPr lang="en-US" dirty="0"/>
              <a:t> </a:t>
            </a:r>
            <a:r>
              <a:rPr lang="en-US" dirty="0" err="1"/>
              <a:t>simust</a:t>
            </a:r>
            <a:r>
              <a:rPr lang="en-US" dirty="0"/>
              <a:t> </a:t>
            </a:r>
            <a:r>
              <a:rPr lang="en-US" dirty="0" err="1"/>
              <a:t>ut</a:t>
            </a:r>
            <a:r>
              <a:rPr lang="en-US" dirty="0"/>
              <a:t> </a:t>
            </a:r>
            <a:r>
              <a:rPr lang="en-US" dirty="0" err="1"/>
              <a:t>autempores</a:t>
            </a:r>
            <a:r>
              <a:rPr lang="en-US" dirty="0"/>
              <a:t> </a:t>
            </a:r>
            <a:r>
              <a:rPr lang="en-US" dirty="0" err="1"/>
              <a:t>molore</a:t>
            </a:r>
            <a:r>
              <a:rPr lang="en-US" dirty="0"/>
              <a:t> </a:t>
            </a:r>
            <a:r>
              <a:rPr lang="en-US" dirty="0" err="1"/>
              <a:t>vella</a:t>
            </a:r>
            <a:r>
              <a:rPr lang="en-US" dirty="0"/>
              <a:t> </a:t>
            </a:r>
            <a:r>
              <a:rPr lang="en-US" dirty="0" err="1"/>
              <a:t>consed</a:t>
            </a:r>
            <a:r>
              <a:rPr lang="en-US" dirty="0"/>
              <a:t> </a:t>
            </a:r>
            <a:r>
              <a:rPr lang="en-US" dirty="0" err="1"/>
              <a:t>exerepedio</a:t>
            </a:r>
            <a:r>
              <a:rPr lang="en-US" dirty="0"/>
              <a:t> </a:t>
            </a:r>
            <a:r>
              <a:rPr lang="en-US" dirty="0" err="1"/>
              <a:t>quiate</a:t>
            </a:r>
            <a:r>
              <a:rPr lang="en-US" dirty="0"/>
              <a:t> </a:t>
            </a:r>
            <a:r>
              <a:rPr lang="en-US" dirty="0" err="1"/>
              <a:t>volecul</a:t>
            </a:r>
            <a:r>
              <a:rPr lang="en-US" dirty="0"/>
              <a:t> </a:t>
            </a:r>
            <a:r>
              <a:rPr lang="en-US" dirty="0" err="1"/>
              <a:t>lupicit</a:t>
            </a:r>
            <a:r>
              <a:rPr lang="en-US" dirty="0"/>
              <a:t> </a:t>
            </a:r>
            <a:r>
              <a:rPr lang="en-US" dirty="0" err="1"/>
              <a:t>dolute</a:t>
            </a:r>
            <a:r>
              <a:rPr lang="en-US" dirty="0"/>
              <a:t> </a:t>
            </a:r>
            <a:r>
              <a:rPr lang="en-US" dirty="0" err="1"/>
              <a:t>sunt</a:t>
            </a:r>
            <a:r>
              <a:rPr lang="en-US" dirty="0"/>
              <a:t> alit id </a:t>
            </a:r>
            <a:r>
              <a:rPr lang="en-US" dirty="0" err="1"/>
              <a:t>magnatusamus</a:t>
            </a:r>
            <a:r>
              <a:rPr lang="en-US" dirty="0"/>
              <a:t> et </a:t>
            </a:r>
            <a:r>
              <a:rPr lang="en-US" dirty="0" err="1"/>
              <a:t>quam</a:t>
            </a:r>
            <a:r>
              <a:rPr lang="en-US" dirty="0"/>
              <a:t>, </a:t>
            </a:r>
            <a:r>
              <a:rPr lang="en-US" dirty="0" err="1"/>
              <a:t>omnis</a:t>
            </a:r>
            <a:r>
              <a:rPr lang="en-US" dirty="0"/>
              <a:t> qui </a:t>
            </a:r>
            <a:r>
              <a:rPr lang="en-US" dirty="0" err="1"/>
              <a:t>conse</a:t>
            </a:r>
            <a:r>
              <a:rPr lang="en-US" dirty="0"/>
              <a:t> </a:t>
            </a:r>
            <a:r>
              <a:rPr lang="en-US" dirty="0" err="1"/>
              <a:t>quisi</a:t>
            </a:r>
            <a:r>
              <a:rPr lang="en-US" dirty="0"/>
              <a:t> </a:t>
            </a:r>
            <a:r>
              <a:rPr lang="en-US" dirty="0" err="1"/>
              <a:t>aut</a:t>
            </a:r>
            <a:r>
              <a:rPr lang="en-US" dirty="0"/>
              <a:t> anis </a:t>
            </a:r>
            <a:r>
              <a:rPr lang="en-US" dirty="0" err="1"/>
              <a:t>excerione</a:t>
            </a:r>
            <a:r>
              <a:rPr lang="en-US" dirty="0"/>
              <a:t> </a:t>
            </a:r>
            <a:r>
              <a:rPr lang="en-US" dirty="0" err="1"/>
              <a:t>eum</a:t>
            </a:r>
            <a:r>
              <a:rPr lang="en-US" dirty="0"/>
              <a:t>.</a:t>
            </a:r>
          </a:p>
        </p:txBody>
      </p:sp>
      <p:sp>
        <p:nvSpPr>
          <p:cNvPr id="23" name="Text Placeholder 4">
            <a:extLst>
              <a:ext uri="{FF2B5EF4-FFF2-40B4-BE49-F238E27FC236}">
                <a16:creationId xmlns:a16="http://schemas.microsoft.com/office/drawing/2014/main" id="{976561D9-84EF-F640-911A-48E5A5825EC9}"/>
              </a:ext>
            </a:extLst>
          </p:cNvPr>
          <p:cNvSpPr>
            <a:spLocks noGrp="1"/>
          </p:cNvSpPr>
          <p:nvPr>
            <p:ph type="body" sz="quarter" idx="14" hasCustomPrompt="1"/>
          </p:nvPr>
        </p:nvSpPr>
        <p:spPr>
          <a:xfrm>
            <a:off x="6677249" y="2314477"/>
            <a:ext cx="4245114" cy="2259677"/>
          </a:xfrm>
          <a:prstGeom prst="rect">
            <a:avLst/>
          </a:prstGeom>
        </p:spPr>
        <p:txBody>
          <a:bodyPr/>
          <a:lstStyle>
            <a:lvl1pPr marL="285750" marR="0" indent="-285750" algn="l" defTabSz="914400" rtl="0" eaLnBrk="1" fontAlgn="auto" latinLnBrk="0" hangingPunct="1">
              <a:lnSpc>
                <a:spcPct val="100000"/>
              </a:lnSpc>
              <a:spcBef>
                <a:spcPts val="1000"/>
              </a:spcBef>
              <a:spcAft>
                <a:spcPts val="0"/>
              </a:spcAft>
              <a:buClr>
                <a:schemeClr val="bg1">
                  <a:lumMod val="65000"/>
                </a:schemeClr>
              </a:buClr>
              <a:buSzTx/>
              <a:buFont typeface="Arial" panose="020B0604020202020204" pitchFamily="34" charset="0"/>
              <a:buChar char="•"/>
              <a:tabLst/>
              <a:defRPr sz="1400" b="0" i="0">
                <a:solidFill>
                  <a:srgbClr val="333333"/>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Bullet font &amp; style</a:t>
            </a:r>
          </a:p>
          <a:p>
            <a:pPr lvl="0"/>
            <a:r>
              <a:rPr lang="en-US" dirty="0"/>
              <a:t>Bullet font &amp; style</a:t>
            </a:r>
          </a:p>
          <a:p>
            <a:pPr lvl="0"/>
            <a:r>
              <a:rPr lang="en-US" dirty="0"/>
              <a:t>Bullet font &amp; style</a:t>
            </a:r>
          </a:p>
          <a:p>
            <a:pPr lvl="0"/>
            <a:r>
              <a:rPr lang="en-US" dirty="0"/>
              <a:t>Bullet font &amp; style</a:t>
            </a:r>
          </a:p>
          <a:p>
            <a:pPr lvl="0"/>
            <a:r>
              <a:rPr lang="en-US" dirty="0"/>
              <a:t>Bullet font &amp; style</a:t>
            </a:r>
          </a:p>
          <a:p>
            <a:pPr marL="285750" marR="0" lvl="0" indent="-285750" algn="l" defTabSz="914400" rtl="0" eaLnBrk="1" fontAlgn="auto" latinLnBrk="0" hangingPunct="1">
              <a:lnSpc>
                <a:spcPct val="100000"/>
              </a:lnSpc>
              <a:spcBef>
                <a:spcPts val="1000"/>
              </a:spcBef>
              <a:spcAft>
                <a:spcPts val="0"/>
              </a:spcAft>
              <a:buClr>
                <a:schemeClr val="bg1">
                  <a:lumMod val="65000"/>
                </a:schemeClr>
              </a:buClr>
              <a:buSzTx/>
              <a:buFont typeface="Arial" panose="020B0604020202020204" pitchFamily="34" charset="0"/>
              <a:buChar char="•"/>
              <a:tabLst/>
              <a:defRPr/>
            </a:pPr>
            <a:r>
              <a:rPr lang="en-US" dirty="0"/>
              <a:t>Bullet font &amp; style</a:t>
            </a:r>
          </a:p>
          <a:p>
            <a:pPr lvl="0"/>
            <a:endParaRPr lang="en-US" dirty="0"/>
          </a:p>
        </p:txBody>
      </p:sp>
      <p:sp>
        <p:nvSpPr>
          <p:cNvPr id="24" name="Text Placeholder 4">
            <a:extLst>
              <a:ext uri="{FF2B5EF4-FFF2-40B4-BE49-F238E27FC236}">
                <a16:creationId xmlns:a16="http://schemas.microsoft.com/office/drawing/2014/main" id="{B81FE41B-EBBD-6041-9A4C-F9A9B7F3BEE5}"/>
              </a:ext>
            </a:extLst>
          </p:cNvPr>
          <p:cNvSpPr>
            <a:spLocks noGrp="1"/>
          </p:cNvSpPr>
          <p:nvPr>
            <p:ph type="body" sz="quarter" idx="12" hasCustomPrompt="1"/>
          </p:nvPr>
        </p:nvSpPr>
        <p:spPr>
          <a:xfrm>
            <a:off x="1482295" y="2314478"/>
            <a:ext cx="4489660" cy="418612"/>
          </a:xfrm>
          <a:prstGeom prst="rect">
            <a:avLst/>
          </a:prstGeom>
        </p:spPr>
        <p:txBody>
          <a:bodyPr/>
          <a:lstStyle>
            <a:lvl1pPr marL="0" indent="0">
              <a:lnSpc>
                <a:spcPct val="100000"/>
              </a:lnSpc>
              <a:buNone/>
              <a:defRPr sz="18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Subtitle</a:t>
            </a:r>
          </a:p>
        </p:txBody>
      </p:sp>
      <p:sp>
        <p:nvSpPr>
          <p:cNvPr id="15" name="Text Placeholder 4">
            <a:extLst>
              <a:ext uri="{FF2B5EF4-FFF2-40B4-BE49-F238E27FC236}">
                <a16:creationId xmlns:a16="http://schemas.microsoft.com/office/drawing/2014/main" id="{A1D62A33-FB6C-D743-A9CC-BE967541A576}"/>
              </a:ext>
            </a:extLst>
          </p:cNvPr>
          <p:cNvSpPr>
            <a:spLocks noGrp="1"/>
          </p:cNvSpPr>
          <p:nvPr>
            <p:ph type="body" sz="quarter" idx="10" hasCustomPrompt="1"/>
          </p:nvPr>
        </p:nvSpPr>
        <p:spPr>
          <a:xfrm>
            <a:off x="427511" y="331190"/>
            <a:ext cx="10382427" cy="407097"/>
          </a:xfrm>
          <a:prstGeom prst="rect">
            <a:avLst/>
          </a:prstGeom>
        </p:spPr>
        <p:txBody>
          <a:bodyPr/>
          <a:lstStyle>
            <a:lvl1pPr marL="0" indent="0">
              <a:lnSpc>
                <a:spcPct val="100000"/>
              </a:lnSpc>
              <a:buNone/>
              <a:defRPr sz="3000" b="1" i="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HEADLINE</a:t>
            </a:r>
          </a:p>
        </p:txBody>
      </p:sp>
      <p:sp>
        <p:nvSpPr>
          <p:cNvPr id="16" name="Text Placeholder 4">
            <a:extLst>
              <a:ext uri="{FF2B5EF4-FFF2-40B4-BE49-F238E27FC236}">
                <a16:creationId xmlns:a16="http://schemas.microsoft.com/office/drawing/2014/main" id="{724D97CF-DB1F-6B4F-A197-B37FD3B90852}"/>
              </a:ext>
            </a:extLst>
          </p:cNvPr>
          <p:cNvSpPr>
            <a:spLocks noGrp="1"/>
          </p:cNvSpPr>
          <p:nvPr>
            <p:ph type="body" sz="quarter" idx="11" hasCustomPrompt="1"/>
          </p:nvPr>
        </p:nvSpPr>
        <p:spPr>
          <a:xfrm>
            <a:off x="442501" y="751401"/>
            <a:ext cx="10382427" cy="440318"/>
          </a:xfrm>
          <a:prstGeom prst="rect">
            <a:avLst/>
          </a:prstGeom>
        </p:spPr>
        <p:txBody>
          <a:bodyPr/>
          <a:lstStyle>
            <a:lvl1pPr marL="0" indent="0">
              <a:lnSpc>
                <a:spcPct val="100000"/>
              </a:lnSpc>
              <a:buNone/>
              <a:defRPr sz="2400" b="0" i="0">
                <a:solidFill>
                  <a:srgbClr val="23BDC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Sub headline</a:t>
            </a:r>
          </a:p>
        </p:txBody>
      </p:sp>
      <p:sp>
        <p:nvSpPr>
          <p:cNvPr id="11" name="Rectangle 10">
            <a:extLst>
              <a:ext uri="{FF2B5EF4-FFF2-40B4-BE49-F238E27FC236}">
                <a16:creationId xmlns:a16="http://schemas.microsoft.com/office/drawing/2014/main" id="{070EE1B7-D461-EF44-CDFE-AD435E0CE69F}"/>
              </a:ext>
            </a:extLst>
          </p:cNvPr>
          <p:cNvSpPr/>
          <p:nvPr userDrawn="1"/>
        </p:nvSpPr>
        <p:spPr>
          <a:xfrm rot="10800000">
            <a:off x="0" y="6389159"/>
            <a:ext cx="12192000" cy="489003"/>
          </a:xfrm>
          <a:prstGeom prst="rect">
            <a:avLst/>
          </a:prstGeom>
          <a:solidFill>
            <a:srgbClr val="003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CC92C76-90ED-9584-0DA9-217CD4F241C4}"/>
              </a:ext>
            </a:extLst>
          </p:cNvPr>
          <p:cNvSpPr txBox="1"/>
          <p:nvPr userDrawn="1"/>
        </p:nvSpPr>
        <p:spPr>
          <a:xfrm>
            <a:off x="10492113" y="6506703"/>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3" name="Picture 12" descr="Text, logo&#10;&#10;Description automatically generated with medium confidence">
            <a:extLst>
              <a:ext uri="{FF2B5EF4-FFF2-40B4-BE49-F238E27FC236}">
                <a16:creationId xmlns:a16="http://schemas.microsoft.com/office/drawing/2014/main" id="{4EBB3FB3-6F68-B815-C404-B1E6E95B3E66}"/>
              </a:ext>
            </a:extLst>
          </p:cNvPr>
          <p:cNvPicPr>
            <a:picLocks noChangeAspect="1"/>
          </p:cNvPicPr>
          <p:nvPr userDrawn="1"/>
        </p:nvPicPr>
        <p:blipFill>
          <a:blip r:embed="rId2"/>
          <a:stretch>
            <a:fillRect/>
          </a:stretch>
        </p:blipFill>
        <p:spPr>
          <a:xfrm>
            <a:off x="54615" y="6381370"/>
            <a:ext cx="1317688" cy="489005"/>
          </a:xfrm>
          <a:prstGeom prst="rect">
            <a:avLst/>
          </a:prstGeom>
        </p:spPr>
      </p:pic>
    </p:spTree>
    <p:extLst>
      <p:ext uri="{BB962C8B-B14F-4D97-AF65-F5344CB8AC3E}">
        <p14:creationId xmlns:p14="http://schemas.microsoft.com/office/powerpoint/2010/main" val="9497823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1E8A1558-176E-2E42-AE01-B08F9313D8B2}"/>
              </a:ext>
            </a:extLst>
          </p:cNvPr>
          <p:cNvPicPr>
            <a:picLocks noChangeAspect="1"/>
          </p:cNvPicPr>
          <p:nvPr userDrawn="1"/>
        </p:nvPicPr>
        <p:blipFill rotWithShape="1">
          <a:blip r:embed="rId2"/>
          <a:srcRect b="17209"/>
          <a:stretch/>
        </p:blipFill>
        <p:spPr>
          <a:xfrm>
            <a:off x="200215" y="6464476"/>
            <a:ext cx="1071993" cy="312345"/>
          </a:xfrm>
          <a:prstGeom prst="rect">
            <a:avLst/>
          </a:prstGeom>
        </p:spPr>
      </p:pic>
      <p:sp>
        <p:nvSpPr>
          <p:cNvPr id="5" name="Rectangle 4">
            <a:extLst>
              <a:ext uri="{FF2B5EF4-FFF2-40B4-BE49-F238E27FC236}">
                <a16:creationId xmlns:a16="http://schemas.microsoft.com/office/drawing/2014/main" id="{43A5B29B-4F8E-8386-47A1-B21CC1B1FB88}"/>
              </a:ext>
            </a:extLst>
          </p:cNvPr>
          <p:cNvSpPr/>
          <p:nvPr userDrawn="1"/>
        </p:nvSpPr>
        <p:spPr>
          <a:xfrm rot="10800000">
            <a:off x="0" y="6389159"/>
            <a:ext cx="12192000" cy="489003"/>
          </a:xfrm>
          <a:prstGeom prst="rect">
            <a:avLst/>
          </a:prstGeom>
          <a:solidFill>
            <a:srgbClr val="003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2D5E85C-6D63-3FAC-EB1F-1CB7E90C7E53}"/>
              </a:ext>
            </a:extLst>
          </p:cNvPr>
          <p:cNvSpPr txBox="1"/>
          <p:nvPr userDrawn="1"/>
        </p:nvSpPr>
        <p:spPr>
          <a:xfrm>
            <a:off x="10492113" y="6506703"/>
            <a:ext cx="1605516" cy="253916"/>
          </a:xfrm>
          <a:prstGeom prst="rect">
            <a:avLst/>
          </a:prstGeom>
          <a:noFill/>
        </p:spPr>
        <p:txBody>
          <a:bodyPr wrap="square" rtlCol="0">
            <a:spAutoFit/>
          </a:bodyPr>
          <a:lstStyle/>
          <a:p>
            <a:pPr algn="r"/>
            <a:fld id="{62F6FEDA-1411-2F45-9F05-172F4D123135}" type="slidenum">
              <a:rPr lang="en-US" sz="100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lgn="r"/>
              <a:t>‹#›</a:t>
            </a:fld>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7" name="Picture 6" descr="Text, logo&#10;&#10;Description automatically generated with medium confidence">
            <a:extLst>
              <a:ext uri="{FF2B5EF4-FFF2-40B4-BE49-F238E27FC236}">
                <a16:creationId xmlns:a16="http://schemas.microsoft.com/office/drawing/2014/main" id="{2F0AE2D1-FEB9-29BA-9BC1-7268C71AB389}"/>
              </a:ext>
            </a:extLst>
          </p:cNvPr>
          <p:cNvPicPr>
            <a:picLocks noChangeAspect="1"/>
          </p:cNvPicPr>
          <p:nvPr userDrawn="1"/>
        </p:nvPicPr>
        <p:blipFill>
          <a:blip r:embed="rId3"/>
          <a:stretch>
            <a:fillRect/>
          </a:stretch>
        </p:blipFill>
        <p:spPr>
          <a:xfrm>
            <a:off x="54615" y="6381370"/>
            <a:ext cx="1317688" cy="489005"/>
          </a:xfrm>
          <a:prstGeom prst="rect">
            <a:avLst/>
          </a:prstGeom>
        </p:spPr>
      </p:pic>
    </p:spTree>
    <p:extLst>
      <p:ext uri="{BB962C8B-B14F-4D97-AF65-F5344CB8AC3E}">
        <p14:creationId xmlns:p14="http://schemas.microsoft.com/office/powerpoint/2010/main" val="27795852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ank You ">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5F4EEC9-319B-2B48-ACCF-4D84031B8D47}"/>
              </a:ext>
            </a:extLst>
          </p:cNvPr>
          <p:cNvSpPr/>
          <p:nvPr userDrawn="1"/>
        </p:nvSpPr>
        <p:spPr>
          <a:xfrm>
            <a:off x="0" y="0"/>
            <a:ext cx="12192000" cy="6858000"/>
          </a:xfrm>
          <a:prstGeom prst="rect">
            <a:avLst/>
          </a:prstGeom>
          <a:solidFill>
            <a:srgbClr val="003A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4" name="Text Placeholder 4">
            <a:extLst>
              <a:ext uri="{FF2B5EF4-FFF2-40B4-BE49-F238E27FC236}">
                <a16:creationId xmlns:a16="http://schemas.microsoft.com/office/drawing/2014/main" id="{D3C45B8B-1267-B144-A66C-23CBAAA80BA2}"/>
              </a:ext>
            </a:extLst>
          </p:cNvPr>
          <p:cNvSpPr>
            <a:spLocks noGrp="1"/>
          </p:cNvSpPr>
          <p:nvPr>
            <p:ph type="body" sz="quarter" idx="10" hasCustomPrompt="1"/>
          </p:nvPr>
        </p:nvSpPr>
        <p:spPr>
          <a:xfrm>
            <a:off x="2550657" y="3019933"/>
            <a:ext cx="7090687" cy="607686"/>
          </a:xfrm>
          <a:prstGeom prst="rect">
            <a:avLst/>
          </a:prstGeom>
        </p:spPr>
        <p:txBody>
          <a:bodyPr/>
          <a:lstStyle>
            <a:lvl1pPr marL="0" indent="0" algn="ctr">
              <a:lnSpc>
                <a:spcPct val="100000"/>
              </a:lnSpc>
              <a:buNone/>
              <a:defRPr sz="3500" b="1"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a:lvl2pPr>
            <a:lvl3pPr>
              <a:lnSpc>
                <a:spcPct val="150000"/>
              </a:lnSpc>
              <a:defRPr/>
            </a:lvl3pPr>
            <a:lvl4pPr>
              <a:lnSpc>
                <a:spcPct val="150000"/>
              </a:lnSpc>
              <a:defRPr/>
            </a:lvl4pPr>
            <a:lvl5pPr>
              <a:lnSpc>
                <a:spcPct val="150000"/>
              </a:lnSpc>
              <a:defRPr/>
            </a:lvl5pPr>
          </a:lstStyle>
          <a:p>
            <a:pPr lvl="0"/>
            <a:r>
              <a:rPr lang="en-US" dirty="0"/>
              <a:t>THANK  YOU.</a:t>
            </a:r>
          </a:p>
        </p:txBody>
      </p:sp>
    </p:spTree>
    <p:extLst>
      <p:ext uri="{BB962C8B-B14F-4D97-AF65-F5344CB8AC3E}">
        <p14:creationId xmlns:p14="http://schemas.microsoft.com/office/powerpoint/2010/main" val="25234353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4457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12755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351822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55D0F34-5A8A-4237-9F79-75F6B4350D8D}"/>
              </a:ext>
            </a:extLst>
          </p:cNvPr>
          <p:cNvSpPr txBox="1">
            <a:spLocks/>
          </p:cNvSpPr>
          <p:nvPr/>
        </p:nvSpPr>
        <p:spPr>
          <a:xfrm>
            <a:off x="4405015" y="202942"/>
            <a:ext cx="5966650" cy="2192786"/>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chemeClr val="bg1"/>
                </a:solidFill>
                <a:latin typeface="+mn-lt"/>
                <a:ea typeface="Charter Roman" charset="0"/>
                <a:cs typeface="Charter Roman" charset="0"/>
              </a:rPr>
              <a:t>Text and Audio Classification Enabled Diagnosis for Treatment Applications by Natural Language Processing (NLP) and Deep Learning (DL)</a:t>
            </a:r>
            <a:endParaRPr lang="en-US" sz="2800" b="1" dirty="0">
              <a:solidFill>
                <a:srgbClr val="FDA31B"/>
              </a:solidFill>
              <a:latin typeface="+mn-lt"/>
              <a:ea typeface="Charter Roman" charset="0"/>
              <a:cs typeface="Charter Roman" charset="0"/>
            </a:endParaRPr>
          </a:p>
        </p:txBody>
      </p:sp>
      <p:sp>
        <p:nvSpPr>
          <p:cNvPr id="5" name="Subtitle 2">
            <a:extLst>
              <a:ext uri="{FF2B5EF4-FFF2-40B4-BE49-F238E27FC236}">
                <a16:creationId xmlns:a16="http://schemas.microsoft.com/office/drawing/2014/main" id="{7FA28609-0567-4BCD-B4B6-84863B70E0F6}"/>
              </a:ext>
            </a:extLst>
          </p:cNvPr>
          <p:cNvSpPr txBox="1">
            <a:spLocks/>
          </p:cNvSpPr>
          <p:nvPr/>
        </p:nvSpPr>
        <p:spPr>
          <a:xfrm>
            <a:off x="4405015" y="2773541"/>
            <a:ext cx="7482185" cy="2192785"/>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bg1"/>
                </a:solidFill>
              </a:rPr>
              <a:t>HAMEEM M MAHDI</a:t>
            </a:r>
          </a:p>
          <a:p>
            <a:r>
              <a:rPr lang="en-US" dirty="0">
                <a:solidFill>
                  <a:schemeClr val="bg1"/>
                </a:solidFill>
              </a:rPr>
              <a:t>National University, School of Technology and Engineering</a:t>
            </a:r>
          </a:p>
          <a:p>
            <a:endParaRPr lang="en-US" dirty="0">
              <a:solidFill>
                <a:schemeClr val="bg1"/>
              </a:solidFill>
            </a:endParaRPr>
          </a:p>
          <a:p>
            <a:r>
              <a:rPr lang="en-US" dirty="0">
                <a:solidFill>
                  <a:schemeClr val="bg1"/>
                </a:solidFill>
              </a:rPr>
              <a:t>Dissertation Chair: Dr. Fulton </a:t>
            </a:r>
          </a:p>
          <a:p>
            <a:r>
              <a:rPr lang="en-US" dirty="0">
                <a:solidFill>
                  <a:schemeClr val="bg1"/>
                </a:solidFill>
              </a:rPr>
              <a:t>Subject Matter Expert: Dr. </a:t>
            </a:r>
            <a:r>
              <a:rPr lang="en-US" dirty="0" err="1">
                <a:solidFill>
                  <a:schemeClr val="bg1"/>
                </a:solidFill>
              </a:rPr>
              <a:t>Tsapara</a:t>
            </a:r>
            <a:endParaRPr lang="en-US" dirty="0">
              <a:solidFill>
                <a:schemeClr val="bg1"/>
              </a:solidFill>
            </a:endParaRPr>
          </a:p>
          <a:p>
            <a:r>
              <a:rPr lang="en-US" dirty="0">
                <a:solidFill>
                  <a:schemeClr val="bg1"/>
                </a:solidFill>
              </a:rPr>
              <a:t>Academic reader: Dr. Nabeel</a:t>
            </a:r>
          </a:p>
        </p:txBody>
      </p:sp>
    </p:spTree>
    <p:extLst>
      <p:ext uri="{BB962C8B-B14F-4D97-AF65-F5344CB8AC3E}">
        <p14:creationId xmlns:p14="http://schemas.microsoft.com/office/powerpoint/2010/main" val="13645914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8E147C7-91FD-55FB-4ACC-DA52D8C9A733}"/>
              </a:ext>
            </a:extLst>
          </p:cNvPr>
          <p:cNvSpPr txBox="1"/>
          <p:nvPr/>
        </p:nvSpPr>
        <p:spPr>
          <a:xfrm>
            <a:off x="621615" y="404141"/>
            <a:ext cx="8413824" cy="630942"/>
          </a:xfrm>
          <a:prstGeom prst="rect">
            <a:avLst/>
          </a:prstGeom>
          <a:noFill/>
        </p:spPr>
        <p:txBody>
          <a:bodyPr wrap="square" rtlCol="0">
            <a:spAutoFit/>
          </a:bodyPr>
          <a:lstStyle/>
          <a:p>
            <a:r>
              <a:rPr lang="en-US" sz="3500" b="1" dirty="0">
                <a:solidFill>
                  <a:srgbClr val="003A92"/>
                </a:solidFill>
                <a:latin typeface="+mj-lt"/>
                <a:ea typeface="Charter Roman" charset="0"/>
                <a:cs typeface="Charter Roman" charset="0"/>
              </a:rPr>
              <a:t>INTRODUCTION</a:t>
            </a:r>
          </a:p>
        </p:txBody>
      </p:sp>
      <p:graphicFrame>
        <p:nvGraphicFramePr>
          <p:cNvPr id="2" name="Content Placeholder 2">
            <a:extLst>
              <a:ext uri="{FF2B5EF4-FFF2-40B4-BE49-F238E27FC236}">
                <a16:creationId xmlns:a16="http://schemas.microsoft.com/office/drawing/2014/main" id="{DDF8EDF1-BCF6-9189-27B8-E5E0D39009F6}"/>
              </a:ext>
            </a:extLst>
          </p:cNvPr>
          <p:cNvGraphicFramePr/>
          <p:nvPr>
            <p:extLst>
              <p:ext uri="{D42A27DB-BD31-4B8C-83A1-F6EECF244321}">
                <p14:modId xmlns:p14="http://schemas.microsoft.com/office/powerpoint/2010/main" val="3246162227"/>
              </p:ext>
            </p:extLst>
          </p:nvPr>
        </p:nvGraphicFramePr>
        <p:xfrm>
          <a:off x="296517" y="1035083"/>
          <a:ext cx="11119282" cy="51489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7938938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A2329D3-4F9F-4417-B37A-6D0774C91608}"/>
              </a:ext>
            </a:extLst>
          </p:cNvPr>
          <p:cNvSpPr txBox="1"/>
          <p:nvPr/>
        </p:nvSpPr>
        <p:spPr>
          <a:xfrm>
            <a:off x="390055" y="494040"/>
            <a:ext cx="8413824" cy="630942"/>
          </a:xfrm>
          <a:prstGeom prst="rect">
            <a:avLst/>
          </a:prstGeom>
          <a:noFill/>
        </p:spPr>
        <p:txBody>
          <a:bodyPr wrap="square" rtlCol="0">
            <a:spAutoFit/>
          </a:bodyPr>
          <a:lstStyle/>
          <a:p>
            <a:r>
              <a:rPr lang="en-US" sz="3500" b="1" dirty="0">
                <a:solidFill>
                  <a:srgbClr val="003A92"/>
                </a:solidFill>
                <a:latin typeface="+mj-lt"/>
                <a:ea typeface="Charter Roman" charset="0"/>
                <a:cs typeface="Charter Roman" charset="0"/>
              </a:rPr>
              <a:t>PROBLEM &amp; PURPOSE STATEMENTS</a:t>
            </a:r>
          </a:p>
        </p:txBody>
      </p:sp>
      <p:sp>
        <p:nvSpPr>
          <p:cNvPr id="7" name="Content Placeholder 2">
            <a:extLst>
              <a:ext uri="{FF2B5EF4-FFF2-40B4-BE49-F238E27FC236}">
                <a16:creationId xmlns:a16="http://schemas.microsoft.com/office/drawing/2014/main" id="{6478FB27-128C-41F1-B314-C8CB5665C7ED}"/>
              </a:ext>
            </a:extLst>
          </p:cNvPr>
          <p:cNvSpPr txBox="1">
            <a:spLocks/>
          </p:cNvSpPr>
          <p:nvPr/>
        </p:nvSpPr>
        <p:spPr>
          <a:xfrm>
            <a:off x="1676400" y="1522186"/>
            <a:ext cx="10125544" cy="4510313"/>
          </a:xfrm>
          <a:prstGeom prst="rect">
            <a:avLst/>
          </a:prstGeom>
        </p:spPr>
        <p:txBody>
          <a:bodyPr vert="horz" lIns="91440" tIns="45720" rIns="91440" bIns="45720" rtlCol="0">
            <a:normAutofit/>
          </a:bodyPr>
          <a:lstStyle>
            <a:lvl1pPr marL="228600" indent="-228600" algn="l" defTabSz="457200" rtl="0" eaLnBrk="1" latinLnBrk="0" hangingPunct="1">
              <a:spcBef>
                <a:spcPct val="20000"/>
              </a:spcBef>
              <a:buFont typeface="Wingdings" panose="05000000000000000000" pitchFamily="2" charset="2"/>
              <a:buChar char="§"/>
              <a:defRPr sz="3600" kern="1200">
                <a:solidFill>
                  <a:schemeClr val="tx1">
                    <a:lumMod val="85000"/>
                    <a:lumOff val="15000"/>
                  </a:schemeClr>
                </a:solidFill>
                <a:latin typeface="+mn-lt"/>
                <a:ea typeface="+mn-ea"/>
                <a:cs typeface="+mn-cs"/>
              </a:defRPr>
            </a:lvl1pPr>
            <a:lvl2pPr marL="571500" indent="-280988" algn="l" defTabSz="457200" rtl="0" eaLnBrk="1" latinLnBrk="0" hangingPunct="1">
              <a:spcBef>
                <a:spcPct val="20000"/>
              </a:spcBef>
              <a:buFont typeface="Wingdings 3" panose="05040102010807070707" pitchFamily="18" charset="2"/>
              <a:buChar char="&quot;"/>
              <a:defRPr sz="3200" kern="1200">
                <a:solidFill>
                  <a:schemeClr val="tx1">
                    <a:lumMod val="85000"/>
                    <a:lumOff val="15000"/>
                  </a:schemeClr>
                </a:solidFill>
                <a:latin typeface="+mn-lt"/>
                <a:ea typeface="+mn-ea"/>
                <a:cs typeface="+mn-cs"/>
              </a:defRPr>
            </a:lvl2pPr>
            <a:lvl3pPr marL="862013" indent="-176213" algn="l" defTabSz="457200" rtl="0" eaLnBrk="1" latinLnBrk="0" hangingPunct="1">
              <a:spcBef>
                <a:spcPct val="20000"/>
              </a:spcBef>
              <a:buFont typeface="Calibri" panose="020F0502020204030204" pitchFamily="34" charset="0"/>
              <a:buChar char="▪"/>
              <a:defRPr sz="2800" kern="1200">
                <a:solidFill>
                  <a:schemeClr val="tx1">
                    <a:lumMod val="85000"/>
                    <a:lumOff val="15000"/>
                  </a:schemeClr>
                </a:solidFill>
                <a:latin typeface="+mn-lt"/>
                <a:ea typeface="+mn-ea"/>
                <a:cs typeface="+mn-cs"/>
              </a:defRPr>
            </a:lvl3pPr>
            <a:lvl4pPr marL="1204913" indent="-228600"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4pPr>
            <a:lvl5pPr marL="1485900" indent="-166688"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Wingdings" panose="05000000000000000000" pitchFamily="2" charset="2"/>
              <a:buNone/>
              <a:tabLst/>
              <a:defRPr/>
            </a:pPr>
            <a:r>
              <a:rPr kumimoji="0" lang="en-US" sz="2400" b="1" i="0" u="none" strike="noStrike" kern="1200" cap="none" spc="0" normalizeH="0" baseline="0" noProof="0" dirty="0">
                <a:ln>
                  <a:noFill/>
                </a:ln>
                <a:solidFill>
                  <a:sysClr val="windowText" lastClr="000000">
                    <a:lumMod val="85000"/>
                    <a:lumOff val="15000"/>
                  </a:sysClr>
                </a:solidFill>
                <a:effectLst/>
                <a:uLnTx/>
                <a:uFillTx/>
                <a:ea typeface="+mn-ea"/>
                <a:cs typeface="+mn-cs"/>
              </a:rPr>
              <a:t>Problem Statement</a:t>
            </a:r>
            <a:r>
              <a:rPr lang="en-US" sz="2400" dirty="0">
                <a:solidFill>
                  <a:sysClr val="windowText" lastClr="000000">
                    <a:lumMod val="85000"/>
                    <a:lumOff val="15000"/>
                  </a:sysClr>
                </a:solidFill>
              </a:rPr>
              <a:t>:</a:t>
            </a:r>
          </a:p>
          <a:p>
            <a:pPr>
              <a:buFont typeface="Arial" panose="020B0604020202020204" pitchFamily="34" charset="0"/>
              <a:buChar char="•"/>
              <a:defRPr/>
            </a:pPr>
            <a:r>
              <a:rPr lang="en-US" sz="1800" dirty="0">
                <a:solidFill>
                  <a:sysClr val="windowText" lastClr="000000">
                    <a:lumMod val="85000"/>
                    <a:lumOff val="15000"/>
                  </a:sysClr>
                </a:solidFill>
              </a:rPr>
              <a:t>Diagnosis and treatment planning involves human interpretation.</a:t>
            </a:r>
          </a:p>
          <a:p>
            <a:pPr>
              <a:buFont typeface="Arial" panose="020B0604020202020204" pitchFamily="34" charset="0"/>
              <a:buChar char="•"/>
              <a:defRPr/>
            </a:pPr>
            <a:r>
              <a:rPr lang="en-US" sz="1800" dirty="0">
                <a:solidFill>
                  <a:sysClr val="windowText" lastClr="000000">
                    <a:lumMod val="85000"/>
                    <a:lumOff val="15000"/>
                  </a:sysClr>
                </a:solidFill>
              </a:rPr>
              <a:t>Mixed interpretation of medical records and speech complicates management.</a:t>
            </a:r>
          </a:p>
          <a:p>
            <a:pPr>
              <a:buFont typeface="Arial" panose="020B0604020202020204" pitchFamily="34" charset="0"/>
              <a:buChar char="•"/>
              <a:defRPr/>
            </a:pPr>
            <a:r>
              <a:rPr lang="en-US" sz="1800" dirty="0">
                <a:solidFill>
                  <a:sysClr val="windowText" lastClr="000000">
                    <a:lumMod val="85000"/>
                    <a:lumOff val="15000"/>
                  </a:sysClr>
                </a:solidFill>
              </a:rPr>
              <a:t>Existing systems rely on paper-based procedures.</a:t>
            </a:r>
          </a:p>
          <a:p>
            <a:pPr>
              <a:buFont typeface="Arial" panose="020B0604020202020204" pitchFamily="34" charset="0"/>
              <a:buChar char="•"/>
              <a:defRPr/>
            </a:pPr>
            <a:r>
              <a:rPr lang="en-US" sz="1800" dirty="0">
                <a:solidFill>
                  <a:sysClr val="windowText" lastClr="000000">
                    <a:lumMod val="85000"/>
                    <a:lumOff val="15000"/>
                  </a:sysClr>
                </a:solidFill>
              </a:rPr>
              <a:t>Paper-based systems negatively affect care decisions.</a:t>
            </a:r>
          </a:p>
          <a:p>
            <a:pPr>
              <a:buFont typeface="Arial" panose="020B0604020202020204" pitchFamily="34" charset="0"/>
              <a:buChar char="•"/>
              <a:defRPr/>
            </a:pPr>
            <a:endParaRPr lang="en-US" sz="1800" dirty="0">
              <a:solidFill>
                <a:sysClr val="windowText" lastClr="000000">
                  <a:lumMod val="85000"/>
                  <a:lumOff val="15000"/>
                </a:sysClr>
              </a:solidFill>
            </a:endParaRPr>
          </a:p>
          <a:p>
            <a:pPr>
              <a:buFont typeface="Arial" panose="020B0604020202020204" pitchFamily="34" charset="0"/>
              <a:buChar char="•"/>
              <a:defRPr/>
            </a:pPr>
            <a:endParaRPr lang="en-US" sz="1800" dirty="0">
              <a:solidFill>
                <a:sysClr val="windowText" lastClr="000000">
                  <a:lumMod val="85000"/>
                  <a:lumOff val="15000"/>
                </a:sysClr>
              </a:solidFill>
            </a:endParaRPr>
          </a:p>
          <a:p>
            <a:pPr marL="0" marR="0" lvl="0" indent="0" algn="l" defTabSz="457200" rtl="0" eaLnBrk="1" fontAlgn="auto" latinLnBrk="0" hangingPunct="1">
              <a:lnSpc>
                <a:spcPct val="100000"/>
              </a:lnSpc>
              <a:spcBef>
                <a:spcPct val="20000"/>
              </a:spcBef>
              <a:spcAft>
                <a:spcPts val="0"/>
              </a:spcAft>
              <a:buClrTx/>
              <a:buSzTx/>
              <a:buFont typeface="Wingdings" panose="05000000000000000000" pitchFamily="2" charset="2"/>
              <a:buNone/>
              <a:tabLst/>
              <a:defRPr/>
            </a:pPr>
            <a:r>
              <a:rPr kumimoji="0" lang="en-US" sz="2400" b="1" i="0" u="none" strike="noStrike" kern="1200" cap="none" spc="0" normalizeH="0" baseline="0" noProof="0" dirty="0">
                <a:ln>
                  <a:noFill/>
                </a:ln>
                <a:solidFill>
                  <a:sysClr val="windowText" lastClr="000000">
                    <a:lumMod val="85000"/>
                    <a:lumOff val="15000"/>
                  </a:sysClr>
                </a:solidFill>
                <a:effectLst/>
                <a:uLnTx/>
                <a:uFillTx/>
                <a:ea typeface="+mn-ea"/>
                <a:cs typeface="+mn-cs"/>
              </a:rPr>
              <a:t>Purpose Statement</a:t>
            </a:r>
            <a:r>
              <a:rPr kumimoji="0" lang="en-US" sz="2400" b="0" i="0" u="none" strike="noStrike" kern="1200" cap="none" spc="0" normalizeH="0" baseline="0" noProof="0" dirty="0">
                <a:ln>
                  <a:noFill/>
                </a:ln>
                <a:solidFill>
                  <a:sysClr val="windowText" lastClr="000000">
                    <a:lumMod val="85000"/>
                    <a:lumOff val="15000"/>
                  </a:sysClr>
                </a:solidFill>
                <a:effectLst/>
                <a:uLnTx/>
                <a:uFillTx/>
                <a:ea typeface="+mn-ea"/>
                <a:cs typeface="+mn-cs"/>
              </a:rPr>
              <a:t>:</a:t>
            </a:r>
          </a:p>
          <a:p>
            <a:pPr marR="0" lvl="0" algn="l" defTabSz="4572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ysClr val="windowText" lastClr="000000">
                    <a:lumMod val="85000"/>
                    <a:lumOff val="15000"/>
                  </a:sysClr>
                </a:solidFill>
                <a:effectLst/>
                <a:uLnTx/>
                <a:uFillTx/>
                <a:ea typeface="+mn-ea"/>
                <a:cs typeface="+mn-cs"/>
              </a:rPr>
              <a:t>Utilize advanced technologies to simplify healthcare diagnostics and treatment.</a:t>
            </a:r>
          </a:p>
          <a:p>
            <a:pPr marR="0" lvl="0" algn="l" defTabSz="4572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ysClr val="windowText" lastClr="000000">
                    <a:lumMod val="85000"/>
                    <a:lumOff val="15000"/>
                  </a:sysClr>
                </a:solidFill>
                <a:effectLst/>
                <a:uLnTx/>
                <a:uFillTx/>
                <a:ea typeface="+mn-ea"/>
                <a:cs typeface="+mn-cs"/>
              </a:rPr>
              <a:t>Apply NLP and DL to enhance diagnostic and treatment processes.</a:t>
            </a:r>
          </a:p>
        </p:txBody>
      </p:sp>
      <p:pic>
        <p:nvPicPr>
          <p:cNvPr id="3" name="Graphic 2" descr="Fever with solid fill">
            <a:extLst>
              <a:ext uri="{FF2B5EF4-FFF2-40B4-BE49-F238E27FC236}">
                <a16:creationId xmlns:a16="http://schemas.microsoft.com/office/drawing/2014/main" id="{0F8214CB-FBFD-CE9C-6FE2-7D0E50E6755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4788" y="3768727"/>
            <a:ext cx="1371600" cy="1371600"/>
          </a:xfrm>
          <a:prstGeom prst="rect">
            <a:avLst/>
          </a:prstGeom>
        </p:spPr>
      </p:pic>
      <p:pic>
        <p:nvPicPr>
          <p:cNvPr id="5" name="Graphic 4" descr="Cough with solid fill">
            <a:extLst>
              <a:ext uri="{FF2B5EF4-FFF2-40B4-BE49-F238E27FC236}">
                <a16:creationId xmlns:a16="http://schemas.microsoft.com/office/drawing/2014/main" id="{3B6899CB-1E59-2251-ED65-F182C36E26E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775" y="1514474"/>
            <a:ext cx="1371600" cy="1371600"/>
          </a:xfrm>
          <a:prstGeom prst="rect">
            <a:avLst/>
          </a:prstGeom>
        </p:spPr>
      </p:pic>
    </p:spTree>
    <p:extLst>
      <p:ext uri="{BB962C8B-B14F-4D97-AF65-F5344CB8AC3E}">
        <p14:creationId xmlns:p14="http://schemas.microsoft.com/office/powerpoint/2010/main" val="2948186125"/>
      </p:ext>
    </p:extLst>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7B45E25-F7AE-4E8E-A288-C7CE9574E59C}"/>
              </a:ext>
            </a:extLst>
          </p:cNvPr>
          <p:cNvSpPr txBox="1"/>
          <p:nvPr/>
        </p:nvSpPr>
        <p:spPr>
          <a:xfrm>
            <a:off x="621614" y="494040"/>
            <a:ext cx="11166433" cy="630942"/>
          </a:xfrm>
          <a:prstGeom prst="rect">
            <a:avLst/>
          </a:prstGeom>
          <a:noFill/>
        </p:spPr>
        <p:txBody>
          <a:bodyPr wrap="square" rtlCol="0">
            <a:spAutoFit/>
          </a:bodyPr>
          <a:lstStyle/>
          <a:p>
            <a:r>
              <a:rPr lang="en-US" sz="3500" b="1" dirty="0">
                <a:solidFill>
                  <a:srgbClr val="003A92"/>
                </a:solidFill>
                <a:latin typeface="+mj-lt"/>
                <a:ea typeface="Charter Roman" charset="0"/>
                <a:cs typeface="Charter Roman" charset="0"/>
              </a:rPr>
              <a:t>RESEARCH QUESTIONS &amp; HYPOTHESES</a:t>
            </a:r>
          </a:p>
        </p:txBody>
      </p:sp>
      <p:sp>
        <p:nvSpPr>
          <p:cNvPr id="5" name="Content Placeholder 2">
            <a:extLst>
              <a:ext uri="{FF2B5EF4-FFF2-40B4-BE49-F238E27FC236}">
                <a16:creationId xmlns:a16="http://schemas.microsoft.com/office/drawing/2014/main" id="{8DBA5DAC-EF2B-4991-8535-A69C9A96B3F2}"/>
              </a:ext>
            </a:extLst>
          </p:cNvPr>
          <p:cNvSpPr txBox="1">
            <a:spLocks/>
          </p:cNvSpPr>
          <p:nvPr/>
        </p:nvSpPr>
        <p:spPr>
          <a:xfrm>
            <a:off x="621615" y="1385332"/>
            <a:ext cx="11035229" cy="387781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3600" dirty="0"/>
          </a:p>
        </p:txBody>
      </p:sp>
      <p:sp>
        <p:nvSpPr>
          <p:cNvPr id="8" name="Content Placeholder 2">
            <a:extLst>
              <a:ext uri="{FF2B5EF4-FFF2-40B4-BE49-F238E27FC236}">
                <a16:creationId xmlns:a16="http://schemas.microsoft.com/office/drawing/2014/main" id="{E0B00C9B-278A-4C01-8516-E2BC920B46CB}"/>
              </a:ext>
            </a:extLst>
          </p:cNvPr>
          <p:cNvSpPr txBox="1">
            <a:spLocks/>
          </p:cNvSpPr>
          <p:nvPr/>
        </p:nvSpPr>
        <p:spPr>
          <a:xfrm>
            <a:off x="621615" y="1251717"/>
            <a:ext cx="8765930" cy="4894954"/>
          </a:xfrm>
          <a:prstGeom prst="rect">
            <a:avLst/>
          </a:prstGeom>
        </p:spPr>
        <p:txBody>
          <a:bodyPr vert="horz" lIns="91440" tIns="45720" rIns="91440" bIns="45720" rtlCol="0">
            <a:normAutofit/>
          </a:bodyPr>
          <a:lstStyle>
            <a:lvl1pPr marL="228600" indent="-228600" algn="l" defTabSz="457200" rtl="0" eaLnBrk="1" latinLnBrk="0" hangingPunct="1">
              <a:spcBef>
                <a:spcPct val="20000"/>
              </a:spcBef>
              <a:buFont typeface="Wingdings" panose="05000000000000000000" pitchFamily="2" charset="2"/>
              <a:buChar char="§"/>
              <a:defRPr sz="3600" kern="1200">
                <a:solidFill>
                  <a:schemeClr val="tx1">
                    <a:lumMod val="85000"/>
                    <a:lumOff val="15000"/>
                  </a:schemeClr>
                </a:solidFill>
                <a:latin typeface="+mn-lt"/>
                <a:ea typeface="+mn-ea"/>
                <a:cs typeface="+mn-cs"/>
              </a:defRPr>
            </a:lvl1pPr>
            <a:lvl2pPr marL="571500" indent="-280988" algn="l" defTabSz="457200" rtl="0" eaLnBrk="1" latinLnBrk="0" hangingPunct="1">
              <a:spcBef>
                <a:spcPct val="20000"/>
              </a:spcBef>
              <a:buFont typeface="Wingdings 3" panose="05040102010807070707" pitchFamily="18" charset="2"/>
              <a:buChar char="&quot;"/>
              <a:defRPr sz="3200" kern="1200">
                <a:solidFill>
                  <a:schemeClr val="tx1">
                    <a:lumMod val="85000"/>
                    <a:lumOff val="15000"/>
                  </a:schemeClr>
                </a:solidFill>
                <a:latin typeface="+mn-lt"/>
                <a:ea typeface="+mn-ea"/>
                <a:cs typeface="+mn-cs"/>
              </a:defRPr>
            </a:lvl2pPr>
            <a:lvl3pPr marL="862013" indent="-176213" algn="l" defTabSz="457200" rtl="0" eaLnBrk="1" latinLnBrk="0" hangingPunct="1">
              <a:spcBef>
                <a:spcPct val="20000"/>
              </a:spcBef>
              <a:buFont typeface="Calibri" panose="020F0502020204030204" pitchFamily="34" charset="0"/>
              <a:buChar char="▪"/>
              <a:defRPr sz="2800" kern="1200">
                <a:solidFill>
                  <a:schemeClr val="tx1">
                    <a:lumMod val="85000"/>
                    <a:lumOff val="15000"/>
                  </a:schemeClr>
                </a:solidFill>
                <a:latin typeface="+mn-lt"/>
                <a:ea typeface="+mn-ea"/>
                <a:cs typeface="+mn-cs"/>
              </a:defRPr>
            </a:lvl3pPr>
            <a:lvl4pPr marL="1204913" indent="-228600"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4pPr>
            <a:lvl5pPr marL="1485900" indent="-166688"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800" b="1" dirty="0"/>
              <a:t> RQ1: How effective is NLP in classifying patient symptoms from textual data?</a:t>
            </a:r>
            <a:r>
              <a:rPr lang="en-US" sz="2800" dirty="0"/>
              <a:t>  </a:t>
            </a:r>
          </a:p>
          <a:p>
            <a:pPr lvl="1">
              <a:buFont typeface="Arial" panose="020B0604020202020204" pitchFamily="34" charset="0"/>
              <a:buChar char="•"/>
            </a:pPr>
            <a:r>
              <a:rPr lang="en-US" sz="2800" b="1" dirty="0"/>
              <a:t>H1</a:t>
            </a:r>
            <a:r>
              <a:rPr lang="en-US" sz="2800" b="1" baseline="-25000" dirty="0"/>
              <a:t>o: NLP does not significantly improve text-based symptom classification</a:t>
            </a:r>
          </a:p>
          <a:p>
            <a:pPr lvl="1">
              <a:buFont typeface="Arial" panose="020B0604020202020204" pitchFamily="34" charset="0"/>
              <a:buChar char="•"/>
            </a:pPr>
            <a:r>
              <a:rPr lang="en-US" sz="2800" b="1" dirty="0"/>
              <a:t>H1</a:t>
            </a:r>
            <a:r>
              <a:rPr lang="en-US" sz="2800" b="1" baseline="-25000" dirty="0"/>
              <a:t>a: NLP significantly improves text-based symptom classification</a:t>
            </a:r>
          </a:p>
          <a:p>
            <a:r>
              <a:rPr lang="en-US" sz="2800" b="1" dirty="0"/>
              <a:t> RQ2: How effective is NLP in classifying patient symptoms from audio data?</a:t>
            </a:r>
          </a:p>
          <a:p>
            <a:pPr lvl="1">
              <a:buFont typeface="Arial" panose="020B0604020202020204" pitchFamily="34" charset="0"/>
              <a:buChar char="•"/>
            </a:pPr>
            <a:r>
              <a:rPr lang="en-US" sz="2800" b="1" dirty="0"/>
              <a:t>H2</a:t>
            </a:r>
            <a:r>
              <a:rPr lang="en-US" sz="2800" b="1" baseline="-25000" dirty="0"/>
              <a:t>o: NLP does not significantly improve audio-based symptom classification</a:t>
            </a:r>
          </a:p>
          <a:p>
            <a:pPr lvl="1">
              <a:buFont typeface="Arial" panose="020B0604020202020204" pitchFamily="34" charset="0"/>
              <a:buChar char="•"/>
            </a:pPr>
            <a:r>
              <a:rPr lang="en-US" sz="2800" dirty="0"/>
              <a:t> </a:t>
            </a:r>
            <a:r>
              <a:rPr lang="en-US" sz="2800" b="1" dirty="0"/>
              <a:t>H2</a:t>
            </a:r>
            <a:r>
              <a:rPr lang="en-US" sz="2800" b="1" baseline="-25000" dirty="0"/>
              <a:t>a: NLP significantly improves audio-based symptom classification</a:t>
            </a:r>
          </a:p>
        </p:txBody>
      </p:sp>
    </p:spTree>
    <p:extLst>
      <p:ext uri="{BB962C8B-B14F-4D97-AF65-F5344CB8AC3E}">
        <p14:creationId xmlns:p14="http://schemas.microsoft.com/office/powerpoint/2010/main" val="1178614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455E48-AC35-4512-9853-517C76454931}"/>
              </a:ext>
            </a:extLst>
          </p:cNvPr>
          <p:cNvSpPr txBox="1"/>
          <p:nvPr/>
        </p:nvSpPr>
        <p:spPr>
          <a:xfrm>
            <a:off x="440925" y="494040"/>
            <a:ext cx="5790044" cy="630942"/>
          </a:xfrm>
          <a:prstGeom prst="rect">
            <a:avLst/>
          </a:prstGeom>
          <a:noFill/>
        </p:spPr>
        <p:txBody>
          <a:bodyPr wrap="square" rtlCol="0">
            <a:spAutoFit/>
          </a:bodyPr>
          <a:lstStyle/>
          <a:p>
            <a:r>
              <a:rPr lang="en-US" sz="3500" b="1" dirty="0">
                <a:solidFill>
                  <a:srgbClr val="003A92"/>
                </a:solidFill>
                <a:latin typeface="+mj-lt"/>
                <a:ea typeface="Charter Roman" charset="0"/>
                <a:cs typeface="Charter Roman" charset="0"/>
              </a:rPr>
              <a:t>CONCEPTUAL FRAMEWORK</a:t>
            </a:r>
          </a:p>
        </p:txBody>
      </p:sp>
      <p:sp>
        <p:nvSpPr>
          <p:cNvPr id="3" name="Rectangle 2">
            <a:extLst>
              <a:ext uri="{FF2B5EF4-FFF2-40B4-BE49-F238E27FC236}">
                <a16:creationId xmlns:a16="http://schemas.microsoft.com/office/drawing/2014/main" id="{9D7D3653-9B3B-4232-96CD-E174B2007D80}"/>
              </a:ext>
            </a:extLst>
          </p:cNvPr>
          <p:cNvSpPr/>
          <p:nvPr/>
        </p:nvSpPr>
        <p:spPr>
          <a:xfrm>
            <a:off x="260236" y="1901251"/>
            <a:ext cx="6151422" cy="1815882"/>
          </a:xfrm>
          <a:prstGeom prst="rect">
            <a:avLst/>
          </a:prstGeom>
        </p:spPr>
        <p:txBody>
          <a:bodyPr wrap="square">
            <a:spAutoFit/>
          </a:bodyPr>
          <a:lstStyle/>
          <a:p>
            <a:pPr marL="457200" indent="-457200">
              <a:buFont typeface="Wingdings" panose="05000000000000000000" pitchFamily="2" charset="2"/>
              <a:buChar char="§"/>
            </a:pPr>
            <a:r>
              <a:rPr lang="en-US" sz="2800" dirty="0"/>
              <a:t>NLP and DL Integration Framework</a:t>
            </a:r>
          </a:p>
          <a:p>
            <a:pPr marL="457200" indent="-457200">
              <a:buFont typeface="Wingdings" panose="05000000000000000000" pitchFamily="2" charset="2"/>
              <a:buChar char="§"/>
            </a:pPr>
            <a:r>
              <a:rPr lang="en-US" sz="2800" dirty="0"/>
              <a:t>Disease Classification Process</a:t>
            </a:r>
          </a:p>
          <a:p>
            <a:pPr marL="457200" indent="-457200">
              <a:buFont typeface="Wingdings" panose="05000000000000000000" pitchFamily="2" charset="2"/>
              <a:buChar char="§"/>
            </a:pPr>
            <a:r>
              <a:rPr lang="en-US" sz="2800" dirty="0"/>
              <a:t>Text and Audio Analysis Components</a:t>
            </a:r>
          </a:p>
          <a:p>
            <a:pPr marL="457200" indent="-457200">
              <a:buFont typeface="Wingdings" panose="05000000000000000000" pitchFamily="2" charset="2"/>
              <a:buChar char="§"/>
            </a:pPr>
            <a:r>
              <a:rPr lang="en-US" sz="2800" dirty="0"/>
              <a:t>Healthcare Implementation Model</a:t>
            </a:r>
          </a:p>
        </p:txBody>
      </p:sp>
      <p:pic>
        <p:nvPicPr>
          <p:cNvPr id="5" name="Picture 4" descr="A diagram of a new product&#10;&#10;AI-generated content may be incorrect.">
            <a:extLst>
              <a:ext uri="{FF2B5EF4-FFF2-40B4-BE49-F238E27FC236}">
                <a16:creationId xmlns:a16="http://schemas.microsoft.com/office/drawing/2014/main" id="{348B18B8-C7D7-6443-33DC-1FB8422737CF}"/>
              </a:ext>
            </a:extLst>
          </p:cNvPr>
          <p:cNvPicPr>
            <a:picLocks noChangeAspect="1"/>
          </p:cNvPicPr>
          <p:nvPr/>
        </p:nvPicPr>
        <p:blipFill>
          <a:blip r:embed="rId3"/>
          <a:stretch>
            <a:fillRect/>
          </a:stretch>
        </p:blipFill>
        <p:spPr>
          <a:xfrm>
            <a:off x="6411658" y="1195220"/>
            <a:ext cx="5085017" cy="3227943"/>
          </a:xfrm>
          <a:prstGeom prst="rect">
            <a:avLst/>
          </a:prstGeom>
        </p:spPr>
      </p:pic>
    </p:spTree>
    <p:extLst>
      <p:ext uri="{BB962C8B-B14F-4D97-AF65-F5344CB8AC3E}">
        <p14:creationId xmlns:p14="http://schemas.microsoft.com/office/powerpoint/2010/main" val="362081284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092119-8CB3-4E76-B7EF-0D3151B3D623}"/>
              </a:ext>
            </a:extLst>
          </p:cNvPr>
          <p:cNvSpPr txBox="1">
            <a:spLocks/>
          </p:cNvSpPr>
          <p:nvPr/>
        </p:nvSpPr>
        <p:spPr>
          <a:xfrm>
            <a:off x="621615" y="1385332"/>
            <a:ext cx="11035229" cy="387781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3600" dirty="0"/>
          </a:p>
        </p:txBody>
      </p:sp>
      <p:sp>
        <p:nvSpPr>
          <p:cNvPr id="4" name="Text Placeholder 2">
            <a:extLst>
              <a:ext uri="{FF2B5EF4-FFF2-40B4-BE49-F238E27FC236}">
                <a16:creationId xmlns:a16="http://schemas.microsoft.com/office/drawing/2014/main" id="{9363D748-6604-472B-8974-CF152F9C547A}"/>
              </a:ext>
            </a:extLst>
          </p:cNvPr>
          <p:cNvSpPr txBox="1">
            <a:spLocks/>
          </p:cNvSpPr>
          <p:nvPr/>
        </p:nvSpPr>
        <p:spPr>
          <a:xfrm>
            <a:off x="742950" y="1590457"/>
            <a:ext cx="7564273" cy="2829143"/>
          </a:xfrm>
          <a:prstGeom prst="rect">
            <a:avLst/>
          </a:prstGeom>
        </p:spPr>
        <p:txBody>
          <a:bodyPr vert="horz" lIns="91440" tIns="45720" rIns="91440" bIns="45720" rtlCol="0">
            <a:normAutofit/>
          </a:bodyPr>
          <a:lstStyle>
            <a:lvl1pPr marL="228600" indent="-228600" algn="l" defTabSz="457200" rtl="0" eaLnBrk="1" latinLnBrk="0" hangingPunct="1">
              <a:spcBef>
                <a:spcPct val="20000"/>
              </a:spcBef>
              <a:buFont typeface="Wingdings" panose="05000000000000000000" pitchFamily="2" charset="2"/>
              <a:buChar char="§"/>
              <a:defRPr sz="3600" kern="1200">
                <a:solidFill>
                  <a:schemeClr val="tx1">
                    <a:lumMod val="85000"/>
                    <a:lumOff val="15000"/>
                  </a:schemeClr>
                </a:solidFill>
                <a:latin typeface="+mn-lt"/>
                <a:ea typeface="+mn-ea"/>
                <a:cs typeface="+mn-cs"/>
              </a:defRPr>
            </a:lvl1pPr>
            <a:lvl2pPr marL="571500" indent="-280988" algn="l" defTabSz="457200" rtl="0" eaLnBrk="1" latinLnBrk="0" hangingPunct="1">
              <a:spcBef>
                <a:spcPct val="20000"/>
              </a:spcBef>
              <a:buFont typeface="Wingdings 3" panose="05040102010807070707" pitchFamily="18" charset="2"/>
              <a:buChar char="&quot;"/>
              <a:defRPr sz="3200" kern="1200">
                <a:solidFill>
                  <a:schemeClr val="tx1">
                    <a:lumMod val="85000"/>
                    <a:lumOff val="15000"/>
                  </a:schemeClr>
                </a:solidFill>
                <a:latin typeface="+mn-lt"/>
                <a:ea typeface="+mn-ea"/>
                <a:cs typeface="+mn-cs"/>
              </a:defRPr>
            </a:lvl2pPr>
            <a:lvl3pPr marL="862013" indent="-176213" algn="l" defTabSz="457200" rtl="0" eaLnBrk="1" latinLnBrk="0" hangingPunct="1">
              <a:spcBef>
                <a:spcPct val="20000"/>
              </a:spcBef>
              <a:buFont typeface="Calibri" panose="020F0502020204030204" pitchFamily="34" charset="0"/>
              <a:buChar char="▪"/>
              <a:defRPr sz="2800" kern="1200">
                <a:solidFill>
                  <a:schemeClr val="tx1">
                    <a:lumMod val="85000"/>
                    <a:lumOff val="15000"/>
                  </a:schemeClr>
                </a:solidFill>
                <a:latin typeface="+mn-lt"/>
                <a:ea typeface="+mn-ea"/>
                <a:cs typeface="+mn-cs"/>
              </a:defRPr>
            </a:lvl3pPr>
            <a:lvl4pPr marL="1204913" indent="-228600"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4pPr>
            <a:lvl5pPr marL="1485900" indent="-166688"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kumimoji="0" lang="en-US" sz="2800" b="0" i="0" u="none" strike="noStrike" kern="1200" cap="none" spc="0" normalizeH="0" baseline="0" noProof="0" dirty="0">
              <a:ln>
                <a:noFill/>
              </a:ln>
              <a:solidFill>
                <a:sysClr val="windowText" lastClr="000000">
                  <a:lumMod val="85000"/>
                  <a:lumOff val="15000"/>
                </a:sysClr>
              </a:solidFill>
              <a:effectLst/>
              <a:uLnTx/>
              <a:uFillTx/>
              <a:latin typeface="Calibri"/>
              <a:ea typeface="+mn-ea"/>
              <a:cs typeface="+mn-cs"/>
            </a:endParaRPr>
          </a:p>
        </p:txBody>
      </p:sp>
      <p:pic>
        <p:nvPicPr>
          <p:cNvPr id="2052" name="Picture 4" descr="Natural language processing systems for capturing and standardizing  unstructured clinical information: A systematic review - ScienceDirect">
            <a:extLst>
              <a:ext uri="{FF2B5EF4-FFF2-40B4-BE49-F238E27FC236}">
                <a16:creationId xmlns:a16="http://schemas.microsoft.com/office/drawing/2014/main" id="{4AFAA84C-1797-CF45-30DB-C72BD4A271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505" y="241300"/>
            <a:ext cx="11606989" cy="5348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638520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FE4C93-CF44-E3FF-CA79-3E239A352881}"/>
              </a:ext>
            </a:extLst>
          </p:cNvPr>
          <p:cNvSpPr txBox="1"/>
          <p:nvPr/>
        </p:nvSpPr>
        <p:spPr>
          <a:xfrm>
            <a:off x="2247900" y="1228397"/>
            <a:ext cx="7696200" cy="4401205"/>
          </a:xfrm>
          <a:prstGeom prst="rect">
            <a:avLst/>
          </a:prstGeom>
          <a:noFill/>
        </p:spPr>
        <p:txBody>
          <a:bodyPr wrap="square">
            <a:spAutoFit/>
          </a:bodyPr>
          <a:lstStyle/>
          <a:p>
            <a:pPr marL="0" indent="0">
              <a:buNone/>
            </a:pPr>
            <a:r>
              <a:rPr lang="en-US" sz="2800" dirty="0"/>
              <a:t>Major studies/sections:</a:t>
            </a:r>
          </a:p>
          <a:p>
            <a:pPr marL="0" indent="0">
              <a:buNone/>
            </a:pPr>
            <a:endParaRPr lang="en-US" sz="2800" dirty="0"/>
          </a:p>
          <a:p>
            <a:pPr marL="514350" indent="-514350">
              <a:buFont typeface="+mj-lt"/>
              <a:buAutoNum type="arabicPeriod"/>
            </a:pPr>
            <a:r>
              <a:rPr lang="en-US" sz="2800" dirty="0"/>
              <a:t>Poor diagnosis prevalence (5% error rate in adult primary care)</a:t>
            </a:r>
          </a:p>
          <a:p>
            <a:pPr marL="514350" indent="-514350">
              <a:buFont typeface="+mj-lt"/>
              <a:buAutoNum type="arabicPeriod"/>
            </a:pPr>
            <a:r>
              <a:rPr lang="en-US" sz="2800" dirty="0"/>
              <a:t>Impact of technological limitations on healthcare</a:t>
            </a:r>
          </a:p>
          <a:p>
            <a:pPr marL="514350" indent="-514350">
              <a:buFont typeface="+mj-lt"/>
              <a:buAutoNum type="arabicPeriod"/>
            </a:pPr>
            <a:r>
              <a:rPr lang="en-US" sz="2800" dirty="0"/>
              <a:t>Need for standardization of diagnostic processes</a:t>
            </a:r>
          </a:p>
          <a:p>
            <a:pPr marL="514350" indent="-514350">
              <a:buFont typeface="+mj-lt"/>
              <a:buAutoNum type="arabicPeriod"/>
            </a:pPr>
            <a:r>
              <a:rPr lang="en-US" sz="2800" dirty="0"/>
              <a:t>Integration of NLP and DL in healthcare settings</a:t>
            </a:r>
            <a:endParaRPr kumimoji="0" lang="en-US" sz="2800" b="0" i="0" u="none" strike="noStrike" kern="1200" cap="none" spc="0" normalizeH="0" baseline="0" noProof="0" dirty="0">
              <a:ln>
                <a:noFill/>
              </a:ln>
              <a:solidFill>
                <a:sysClr val="windowText" lastClr="000000">
                  <a:lumMod val="85000"/>
                  <a:lumOff val="15000"/>
                </a:sysClr>
              </a:solidFill>
              <a:effectLst/>
              <a:uLnTx/>
              <a:uFillTx/>
              <a:latin typeface="Calibri"/>
              <a:ea typeface="+mn-ea"/>
              <a:cs typeface="+mn-cs"/>
            </a:endParaRPr>
          </a:p>
        </p:txBody>
      </p:sp>
      <p:sp>
        <p:nvSpPr>
          <p:cNvPr id="6" name="TextBox 5">
            <a:extLst>
              <a:ext uri="{FF2B5EF4-FFF2-40B4-BE49-F238E27FC236}">
                <a16:creationId xmlns:a16="http://schemas.microsoft.com/office/drawing/2014/main" id="{5C15F4A0-76A9-3E88-B073-E4C1D6EF3F43}"/>
              </a:ext>
            </a:extLst>
          </p:cNvPr>
          <p:cNvSpPr txBox="1"/>
          <p:nvPr/>
        </p:nvSpPr>
        <p:spPr>
          <a:xfrm>
            <a:off x="2711450" y="378782"/>
            <a:ext cx="7800974" cy="630942"/>
          </a:xfrm>
          <a:prstGeom prst="rect">
            <a:avLst/>
          </a:prstGeom>
          <a:noFill/>
        </p:spPr>
        <p:txBody>
          <a:bodyPr wrap="square">
            <a:spAutoFit/>
          </a:bodyPr>
          <a:lstStyle/>
          <a:p>
            <a:r>
              <a:rPr lang="en-US" sz="3500" b="1" dirty="0">
                <a:solidFill>
                  <a:srgbClr val="003A92"/>
                </a:solidFill>
                <a:latin typeface="+mj-lt"/>
                <a:ea typeface="Charter Roman" charset="0"/>
                <a:cs typeface="Charter Roman" charset="0"/>
              </a:rPr>
              <a:t>REVIEW OF THE LITERATURE</a:t>
            </a:r>
          </a:p>
        </p:txBody>
      </p:sp>
    </p:spTree>
    <p:extLst>
      <p:ext uri="{BB962C8B-B14F-4D97-AF65-F5344CB8AC3E}">
        <p14:creationId xmlns:p14="http://schemas.microsoft.com/office/powerpoint/2010/main" val="1565005748"/>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FB657A-3C0B-4922-8CD2-76BD3F421BA9}"/>
              </a:ext>
            </a:extLst>
          </p:cNvPr>
          <p:cNvSpPr txBox="1"/>
          <p:nvPr/>
        </p:nvSpPr>
        <p:spPr>
          <a:xfrm>
            <a:off x="1373625" y="178569"/>
            <a:ext cx="9912275" cy="630942"/>
          </a:xfrm>
          <a:prstGeom prst="rect">
            <a:avLst/>
          </a:prstGeom>
          <a:noFill/>
        </p:spPr>
        <p:txBody>
          <a:bodyPr wrap="square" rtlCol="0">
            <a:spAutoFit/>
          </a:bodyPr>
          <a:lstStyle/>
          <a:p>
            <a:r>
              <a:rPr lang="en-US" sz="3500" b="1" dirty="0">
                <a:solidFill>
                  <a:srgbClr val="003A92"/>
                </a:solidFill>
                <a:latin typeface="+mj-lt"/>
                <a:ea typeface="Charter Roman" charset="0"/>
                <a:cs typeface="Charter Roman" charset="0"/>
              </a:rPr>
              <a:t>RESEARCH METHODOLOGY &amp; DESIGN</a:t>
            </a:r>
          </a:p>
        </p:txBody>
      </p:sp>
      <p:pic>
        <p:nvPicPr>
          <p:cNvPr id="3076" name="Picture 4" descr="Comparison between classical NLP model and deep learning-based NLP model. |  Download Scientific Diagram">
            <a:extLst>
              <a:ext uri="{FF2B5EF4-FFF2-40B4-BE49-F238E27FC236}">
                <a16:creationId xmlns:a16="http://schemas.microsoft.com/office/drawing/2014/main" id="{565DEECC-C61B-3CC9-6ED0-E6164F1B63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3625" y="981074"/>
            <a:ext cx="9028683" cy="3781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5958356"/>
      </p:ext>
    </p:extLst>
  </p:cSld>
  <p:clrMapOvr>
    <a:masterClrMapping/>
  </p:clrMapOvr>
  <p:transition spd="slow">
    <p:randomBar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711678-2EF6-4623-82A0-B1BFC0890895}"/>
              </a:ext>
            </a:extLst>
          </p:cNvPr>
          <p:cNvSpPr txBox="1"/>
          <p:nvPr/>
        </p:nvSpPr>
        <p:spPr>
          <a:xfrm>
            <a:off x="4448946" y="194558"/>
            <a:ext cx="5329217" cy="630942"/>
          </a:xfrm>
          <a:prstGeom prst="rect">
            <a:avLst/>
          </a:prstGeom>
          <a:noFill/>
        </p:spPr>
        <p:txBody>
          <a:bodyPr wrap="square" rtlCol="0">
            <a:spAutoFit/>
          </a:bodyPr>
          <a:lstStyle/>
          <a:p>
            <a:r>
              <a:rPr lang="en-US" sz="3500" b="1" dirty="0">
                <a:solidFill>
                  <a:srgbClr val="003A92"/>
                </a:solidFill>
                <a:latin typeface="+mj-lt"/>
                <a:ea typeface="Charter Roman" charset="0"/>
                <a:cs typeface="Charter Roman" charset="0"/>
              </a:rPr>
              <a:t>POPULATION &amp; SAMPLE</a:t>
            </a:r>
          </a:p>
        </p:txBody>
      </p:sp>
      <p:sp>
        <p:nvSpPr>
          <p:cNvPr id="3" name="Text Placeholder 2">
            <a:extLst>
              <a:ext uri="{FF2B5EF4-FFF2-40B4-BE49-F238E27FC236}">
                <a16:creationId xmlns:a16="http://schemas.microsoft.com/office/drawing/2014/main" id="{94ED5D32-6DD5-454C-B2C6-4CF765A34525}"/>
              </a:ext>
            </a:extLst>
          </p:cNvPr>
          <p:cNvSpPr txBox="1">
            <a:spLocks/>
          </p:cNvSpPr>
          <p:nvPr/>
        </p:nvSpPr>
        <p:spPr>
          <a:xfrm>
            <a:off x="322242" y="471966"/>
            <a:ext cx="7958158" cy="5560534"/>
          </a:xfrm>
          <a:prstGeom prst="rect">
            <a:avLst/>
          </a:prstGeom>
        </p:spPr>
        <p:txBody>
          <a:bodyPr vert="horz" lIns="91440" tIns="45720" rIns="91440" bIns="45720" rtlCol="0">
            <a:noAutofit/>
          </a:bodyPr>
          <a:lstStyle>
            <a:lvl1pPr marL="228600" indent="-228600" algn="l" defTabSz="457200" rtl="0" eaLnBrk="1" latinLnBrk="0" hangingPunct="1">
              <a:spcBef>
                <a:spcPct val="20000"/>
              </a:spcBef>
              <a:buFont typeface="Wingdings" panose="05000000000000000000" pitchFamily="2" charset="2"/>
              <a:buChar char="§"/>
              <a:defRPr sz="3600" kern="1200">
                <a:solidFill>
                  <a:schemeClr val="tx1">
                    <a:lumMod val="85000"/>
                    <a:lumOff val="15000"/>
                  </a:schemeClr>
                </a:solidFill>
                <a:latin typeface="+mn-lt"/>
                <a:ea typeface="+mn-ea"/>
                <a:cs typeface="+mn-cs"/>
              </a:defRPr>
            </a:lvl1pPr>
            <a:lvl2pPr marL="571500" indent="-280988" algn="l" defTabSz="457200" rtl="0" eaLnBrk="1" latinLnBrk="0" hangingPunct="1">
              <a:spcBef>
                <a:spcPct val="20000"/>
              </a:spcBef>
              <a:buFont typeface="Wingdings 3" panose="05040102010807070707" pitchFamily="18" charset="2"/>
              <a:buChar char="&quot;"/>
              <a:defRPr sz="3200" kern="1200">
                <a:solidFill>
                  <a:schemeClr val="tx1">
                    <a:lumMod val="85000"/>
                    <a:lumOff val="15000"/>
                  </a:schemeClr>
                </a:solidFill>
                <a:latin typeface="+mn-lt"/>
                <a:ea typeface="+mn-ea"/>
                <a:cs typeface="+mn-cs"/>
              </a:defRPr>
            </a:lvl2pPr>
            <a:lvl3pPr marL="862013" indent="-176213" algn="l" defTabSz="457200" rtl="0" eaLnBrk="1" latinLnBrk="0" hangingPunct="1">
              <a:spcBef>
                <a:spcPct val="20000"/>
              </a:spcBef>
              <a:buFont typeface="Calibri" panose="020F0502020204030204" pitchFamily="34" charset="0"/>
              <a:buChar char="▪"/>
              <a:defRPr sz="2800" kern="1200">
                <a:solidFill>
                  <a:schemeClr val="tx1">
                    <a:lumMod val="85000"/>
                    <a:lumOff val="15000"/>
                  </a:schemeClr>
                </a:solidFill>
                <a:latin typeface="+mn-lt"/>
                <a:ea typeface="+mn-ea"/>
                <a:cs typeface="+mn-cs"/>
              </a:defRPr>
            </a:lvl3pPr>
            <a:lvl4pPr marL="1204913" indent="-228600"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4pPr>
            <a:lvl5pPr marL="1485900" indent="-166688"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00" b="1" dirty="0"/>
              <a:t>Population Description</a:t>
            </a:r>
            <a:r>
              <a:rPr lang="en-US" sz="2000" dirty="0"/>
              <a:t>:</a:t>
            </a:r>
          </a:p>
          <a:p>
            <a:r>
              <a:rPr lang="en-US" sz="2000" dirty="0"/>
              <a:t>Adult patients (18-65) approximately 7,221 with chronic diseases in primary care.</a:t>
            </a:r>
          </a:p>
          <a:p>
            <a:pPr marL="0" indent="0">
              <a:buNone/>
            </a:pPr>
            <a:r>
              <a:rPr lang="en-US" sz="2000" b="1" dirty="0"/>
              <a:t>Appropriateness of the Population</a:t>
            </a:r>
            <a:r>
              <a:rPr lang="en-US" sz="2000" dirty="0"/>
              <a:t>:</a:t>
            </a:r>
          </a:p>
          <a:p>
            <a:r>
              <a:rPr lang="en-US" sz="2000" dirty="0"/>
              <a:t>Relevant for studying diagnostic accuracy in chronic disease management.</a:t>
            </a:r>
          </a:p>
          <a:p>
            <a:pPr marL="0" indent="0">
              <a:buNone/>
            </a:pPr>
            <a:r>
              <a:rPr lang="en-US" sz="2000" b="1" dirty="0"/>
              <a:t>Sample Description</a:t>
            </a:r>
            <a:r>
              <a:rPr lang="en-US" sz="2000" dirty="0"/>
              <a:t>:</a:t>
            </a:r>
          </a:p>
          <a:p>
            <a:r>
              <a:rPr lang="en-US" sz="2000" dirty="0"/>
              <a:t>370 patients selected via stratified random sampling.</a:t>
            </a:r>
          </a:p>
          <a:p>
            <a:pPr marL="0" indent="0">
              <a:buNone/>
            </a:pPr>
            <a:r>
              <a:rPr lang="en-US" sz="2000" b="1" dirty="0"/>
              <a:t>Inclusion Criteria</a:t>
            </a:r>
            <a:r>
              <a:rPr lang="en-US" sz="2000" dirty="0"/>
              <a:t>:</a:t>
            </a:r>
          </a:p>
          <a:p>
            <a:r>
              <a:rPr lang="en-US" sz="2000" dirty="0"/>
              <a:t>Patients aged 18-65 with chronic diseases and 3+ follow-up visits.</a:t>
            </a:r>
          </a:p>
          <a:p>
            <a:pPr marL="0" indent="0">
              <a:buNone/>
            </a:pPr>
            <a:r>
              <a:rPr lang="en-US" sz="2000" b="1" dirty="0"/>
              <a:t>Sampling Guidelines</a:t>
            </a:r>
            <a:r>
              <a:rPr lang="en-US" sz="2000" dirty="0"/>
              <a:t>:</a:t>
            </a:r>
          </a:p>
          <a:p>
            <a:r>
              <a:rPr lang="en-US" sz="2000" dirty="0"/>
              <a:t>Randomly selected within strata (age, gender, disease type).</a:t>
            </a:r>
          </a:p>
          <a:p>
            <a:pPr marL="0" indent="0">
              <a:buNone/>
            </a:pPr>
            <a:r>
              <a:rPr lang="en-US" sz="2000" b="1" dirty="0"/>
              <a:t>Power Analysis</a:t>
            </a:r>
            <a:r>
              <a:rPr lang="en-US" sz="2000" dirty="0"/>
              <a:t>:</a:t>
            </a:r>
          </a:p>
          <a:p>
            <a:r>
              <a:rPr lang="en-US" sz="2000" dirty="0"/>
              <a:t>Sample of 370 ensures 0.80 power at 0.05 significance.</a:t>
            </a:r>
          </a:p>
          <a:p>
            <a:pPr marL="0" indent="0">
              <a:buNone/>
            </a:pPr>
            <a:r>
              <a:rPr lang="en-US" sz="2000" b="1" dirty="0"/>
              <a:t>Recruitment Efforts</a:t>
            </a:r>
            <a:r>
              <a:rPr lang="en-US" sz="2000" dirty="0"/>
              <a:t>:</a:t>
            </a:r>
          </a:p>
          <a:p>
            <a:r>
              <a:rPr lang="en-US" sz="2000" dirty="0"/>
              <a:t>Patients recruited via providers, flyers, and consent forms.</a:t>
            </a:r>
          </a:p>
        </p:txBody>
      </p:sp>
      <p:pic>
        <p:nvPicPr>
          <p:cNvPr id="4098" name="Picture 2">
            <a:extLst>
              <a:ext uri="{FF2B5EF4-FFF2-40B4-BE49-F238E27FC236}">
                <a16:creationId xmlns:a16="http://schemas.microsoft.com/office/drawing/2014/main" id="{58CB32ED-FB44-7777-0F11-998BE91151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8768" y="1978526"/>
            <a:ext cx="4538790" cy="31971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35635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6DD3157-830E-496A-AADA-009628BB5BB0}"/>
              </a:ext>
            </a:extLst>
          </p:cNvPr>
          <p:cNvSpPr txBox="1"/>
          <p:nvPr/>
        </p:nvSpPr>
        <p:spPr>
          <a:xfrm>
            <a:off x="2808308" y="322590"/>
            <a:ext cx="7164367" cy="630942"/>
          </a:xfrm>
          <a:prstGeom prst="rect">
            <a:avLst/>
          </a:prstGeom>
          <a:noFill/>
        </p:spPr>
        <p:txBody>
          <a:bodyPr wrap="square" rtlCol="0">
            <a:spAutoFit/>
          </a:bodyPr>
          <a:lstStyle/>
          <a:p>
            <a:r>
              <a:rPr lang="en-US" sz="3500" b="1" dirty="0">
                <a:solidFill>
                  <a:srgbClr val="003A92"/>
                </a:solidFill>
                <a:latin typeface="+mj-lt"/>
                <a:ea typeface="Charter Roman" charset="0"/>
                <a:cs typeface="Charter Roman" charset="0"/>
              </a:rPr>
              <a:t>MATERIALS &amp; INSTRUMENTATION</a:t>
            </a:r>
          </a:p>
        </p:txBody>
      </p:sp>
      <p:pic>
        <p:nvPicPr>
          <p:cNvPr id="3" name="Picture 2" descr="A diagram of a process&#10;&#10;AI-generated content may be incorrect.">
            <a:extLst>
              <a:ext uri="{FF2B5EF4-FFF2-40B4-BE49-F238E27FC236}">
                <a16:creationId xmlns:a16="http://schemas.microsoft.com/office/drawing/2014/main" id="{FFB7307B-087B-8DC2-66CE-22A8539A4A27}"/>
              </a:ext>
            </a:extLst>
          </p:cNvPr>
          <p:cNvPicPr>
            <a:picLocks noChangeAspect="1"/>
          </p:cNvPicPr>
          <p:nvPr/>
        </p:nvPicPr>
        <p:blipFill>
          <a:blip r:embed="rId3"/>
          <a:stretch>
            <a:fillRect/>
          </a:stretch>
        </p:blipFill>
        <p:spPr>
          <a:xfrm>
            <a:off x="258792" y="1081087"/>
            <a:ext cx="11933208" cy="5129932"/>
          </a:xfrm>
          <a:prstGeom prst="rect">
            <a:avLst/>
          </a:prstGeom>
        </p:spPr>
      </p:pic>
    </p:spTree>
    <p:extLst>
      <p:ext uri="{BB962C8B-B14F-4D97-AF65-F5344CB8AC3E}">
        <p14:creationId xmlns:p14="http://schemas.microsoft.com/office/powerpoint/2010/main" val="307659859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FD26E9-6C08-4B5C-818D-A1D03AD21EDF}"/>
              </a:ext>
            </a:extLst>
          </p:cNvPr>
          <p:cNvSpPr txBox="1"/>
          <p:nvPr/>
        </p:nvSpPr>
        <p:spPr>
          <a:xfrm>
            <a:off x="1545084" y="0"/>
            <a:ext cx="9669015" cy="630942"/>
          </a:xfrm>
          <a:prstGeom prst="rect">
            <a:avLst/>
          </a:prstGeom>
          <a:noFill/>
        </p:spPr>
        <p:txBody>
          <a:bodyPr wrap="square" rtlCol="0">
            <a:spAutoFit/>
          </a:bodyPr>
          <a:lstStyle/>
          <a:p>
            <a:pPr algn="ctr"/>
            <a:r>
              <a:rPr lang="en-US" sz="3500" b="1" dirty="0">
                <a:solidFill>
                  <a:srgbClr val="003A92"/>
                </a:solidFill>
                <a:latin typeface="+mj-lt"/>
                <a:ea typeface="Charter Roman" charset="0"/>
                <a:cs typeface="Charter Roman" charset="0"/>
              </a:rPr>
              <a:t>OPERATIONAL DEFINITIONS OF VARIABLES</a:t>
            </a:r>
          </a:p>
        </p:txBody>
      </p:sp>
      <p:pic>
        <p:nvPicPr>
          <p:cNvPr id="7" name="Picture 6" descr="A diagram of a multicolored box&#10;&#10;AI-generated content may be incorrect.">
            <a:extLst>
              <a:ext uri="{FF2B5EF4-FFF2-40B4-BE49-F238E27FC236}">
                <a16:creationId xmlns:a16="http://schemas.microsoft.com/office/drawing/2014/main" id="{7ED20401-5807-1364-ABDC-9B8151BA173F}"/>
              </a:ext>
            </a:extLst>
          </p:cNvPr>
          <p:cNvPicPr>
            <a:picLocks noChangeAspect="1"/>
          </p:cNvPicPr>
          <p:nvPr/>
        </p:nvPicPr>
        <p:blipFill>
          <a:blip r:embed="rId3"/>
          <a:stretch>
            <a:fillRect/>
          </a:stretch>
        </p:blipFill>
        <p:spPr>
          <a:xfrm>
            <a:off x="673100" y="630943"/>
            <a:ext cx="10540999" cy="5731758"/>
          </a:xfrm>
          <a:prstGeom prst="rect">
            <a:avLst/>
          </a:prstGeom>
        </p:spPr>
      </p:pic>
    </p:spTree>
    <p:extLst>
      <p:ext uri="{BB962C8B-B14F-4D97-AF65-F5344CB8AC3E}">
        <p14:creationId xmlns:p14="http://schemas.microsoft.com/office/powerpoint/2010/main" val="96195271"/>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C39FF2-D950-4FF9-98AC-B539C537C570}"/>
              </a:ext>
            </a:extLst>
          </p:cNvPr>
          <p:cNvSpPr txBox="1"/>
          <p:nvPr/>
        </p:nvSpPr>
        <p:spPr>
          <a:xfrm>
            <a:off x="621614" y="494040"/>
            <a:ext cx="11166433" cy="630942"/>
          </a:xfrm>
          <a:prstGeom prst="rect">
            <a:avLst/>
          </a:prstGeom>
          <a:noFill/>
        </p:spPr>
        <p:txBody>
          <a:bodyPr wrap="square" rtlCol="0">
            <a:spAutoFit/>
          </a:bodyPr>
          <a:lstStyle/>
          <a:p>
            <a:r>
              <a:rPr lang="en-US" sz="3500" b="1" dirty="0">
                <a:solidFill>
                  <a:srgbClr val="003A92"/>
                </a:solidFill>
                <a:latin typeface="+mj-lt"/>
                <a:ea typeface="Charter Roman" charset="0"/>
                <a:cs typeface="Charter Roman" charset="0"/>
              </a:rPr>
              <a:t>STUDY PROCEDURES</a:t>
            </a:r>
          </a:p>
        </p:txBody>
      </p:sp>
      <p:sp>
        <p:nvSpPr>
          <p:cNvPr id="3" name="Text Placeholder 2">
            <a:extLst>
              <a:ext uri="{FF2B5EF4-FFF2-40B4-BE49-F238E27FC236}">
                <a16:creationId xmlns:a16="http://schemas.microsoft.com/office/drawing/2014/main" id="{34F60F94-39E3-472E-8251-95A28C6980E9}"/>
              </a:ext>
            </a:extLst>
          </p:cNvPr>
          <p:cNvSpPr txBox="1">
            <a:spLocks/>
          </p:cNvSpPr>
          <p:nvPr/>
        </p:nvSpPr>
        <p:spPr>
          <a:xfrm>
            <a:off x="621615" y="1222346"/>
            <a:ext cx="3826560" cy="2654330"/>
          </a:xfrm>
          <a:prstGeom prst="rect">
            <a:avLst/>
          </a:prstGeom>
        </p:spPr>
        <p:txBody>
          <a:bodyPr vert="horz" lIns="91440" tIns="45720" rIns="91440" bIns="45720" rtlCol="0">
            <a:normAutofit/>
          </a:bodyPr>
          <a:lstStyle>
            <a:lvl1pPr marL="228600" indent="-228600" algn="l" defTabSz="457200" rtl="0" eaLnBrk="1" latinLnBrk="0" hangingPunct="1">
              <a:spcBef>
                <a:spcPct val="20000"/>
              </a:spcBef>
              <a:buFont typeface="Wingdings" panose="05000000000000000000" pitchFamily="2" charset="2"/>
              <a:buChar char="§"/>
              <a:defRPr sz="3600" kern="1200">
                <a:solidFill>
                  <a:schemeClr val="tx1">
                    <a:lumMod val="85000"/>
                    <a:lumOff val="15000"/>
                  </a:schemeClr>
                </a:solidFill>
                <a:latin typeface="+mn-lt"/>
                <a:ea typeface="+mn-ea"/>
                <a:cs typeface="+mn-cs"/>
              </a:defRPr>
            </a:lvl1pPr>
            <a:lvl2pPr marL="571500" indent="-280988" algn="l" defTabSz="457200" rtl="0" eaLnBrk="1" latinLnBrk="0" hangingPunct="1">
              <a:spcBef>
                <a:spcPct val="20000"/>
              </a:spcBef>
              <a:buFont typeface="Wingdings 3" panose="05040102010807070707" pitchFamily="18" charset="2"/>
              <a:buChar char="&quot;"/>
              <a:defRPr sz="3200" kern="1200">
                <a:solidFill>
                  <a:schemeClr val="tx1">
                    <a:lumMod val="85000"/>
                    <a:lumOff val="15000"/>
                  </a:schemeClr>
                </a:solidFill>
                <a:latin typeface="+mn-lt"/>
                <a:ea typeface="+mn-ea"/>
                <a:cs typeface="+mn-cs"/>
              </a:defRPr>
            </a:lvl2pPr>
            <a:lvl3pPr marL="862013" indent="-176213" algn="l" defTabSz="457200" rtl="0" eaLnBrk="1" latinLnBrk="0" hangingPunct="1">
              <a:spcBef>
                <a:spcPct val="20000"/>
              </a:spcBef>
              <a:buFont typeface="Calibri" panose="020F0502020204030204" pitchFamily="34" charset="0"/>
              <a:buChar char="▪"/>
              <a:defRPr sz="2800" kern="1200">
                <a:solidFill>
                  <a:schemeClr val="tx1">
                    <a:lumMod val="85000"/>
                    <a:lumOff val="15000"/>
                  </a:schemeClr>
                </a:solidFill>
                <a:latin typeface="+mn-lt"/>
                <a:ea typeface="+mn-ea"/>
                <a:cs typeface="+mn-cs"/>
              </a:defRPr>
            </a:lvl3pPr>
            <a:lvl4pPr marL="1204913" indent="-228600"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4pPr>
            <a:lvl5pPr marL="1485900" indent="-166688"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None/>
              <a:tabLst/>
              <a:defRPr/>
            </a:pPr>
            <a:r>
              <a:rPr kumimoji="0" lang="en-US" sz="1800" b="0" i="0" u="none" strike="noStrike" kern="1200" cap="none" spc="0" normalizeH="0" baseline="0" noProof="0" dirty="0">
                <a:ln>
                  <a:noFill/>
                </a:ln>
                <a:solidFill>
                  <a:sysClr val="windowText" lastClr="000000">
                    <a:lumMod val="85000"/>
                    <a:lumOff val="15000"/>
                  </a:sysClr>
                </a:solidFill>
                <a:effectLst/>
                <a:uLnTx/>
                <a:uFillTx/>
                <a:ea typeface="+mn-ea"/>
                <a:cs typeface="+mn-cs"/>
              </a:rPr>
              <a:t>Systematic literature review process:</a:t>
            </a:r>
          </a:p>
          <a:p>
            <a:pPr marL="0" marR="0" lvl="0" indent="0" algn="l" defTabSz="457200" rtl="0" eaLnBrk="1" fontAlgn="auto" latinLnBrk="0" hangingPunct="1">
              <a:lnSpc>
                <a:spcPct val="100000"/>
              </a:lnSpc>
              <a:spcBef>
                <a:spcPct val="20000"/>
              </a:spcBef>
              <a:spcAft>
                <a:spcPts val="0"/>
              </a:spcAft>
              <a:buClrTx/>
              <a:buSzTx/>
              <a:buNone/>
              <a:tabLst/>
              <a:defRPr/>
            </a:pPr>
            <a:endParaRPr kumimoji="0" lang="en-US" sz="1800" b="0" i="0" u="none" strike="noStrike" kern="1200" cap="none" spc="0" normalizeH="0" baseline="0" noProof="0" dirty="0">
              <a:ln>
                <a:noFill/>
              </a:ln>
              <a:solidFill>
                <a:sysClr val="windowText" lastClr="000000">
                  <a:lumMod val="85000"/>
                  <a:lumOff val="15000"/>
                </a:sysClr>
              </a:solidFill>
              <a:effectLst/>
              <a:uLnTx/>
              <a:uFillTx/>
              <a:ea typeface="+mn-ea"/>
              <a:cs typeface="+mn-cs"/>
            </a:endParaRPr>
          </a:p>
          <a:p>
            <a:pPr marL="514350" marR="0" lvl="0" indent="-514350" algn="l" defTabSz="457200" rtl="0" eaLnBrk="1" fontAlgn="auto" latinLnBrk="0" hangingPunct="1">
              <a:lnSpc>
                <a:spcPct val="100000"/>
              </a:lnSpc>
              <a:spcBef>
                <a:spcPct val="20000"/>
              </a:spcBef>
              <a:spcAft>
                <a:spcPts val="0"/>
              </a:spcAft>
              <a:buClrTx/>
              <a:buSzTx/>
              <a:buFont typeface="+mj-lt"/>
              <a:buAutoNum type="arabicPeriod"/>
              <a:tabLst/>
              <a:defRPr/>
            </a:pPr>
            <a:r>
              <a:rPr kumimoji="0" lang="en-US" sz="1800" b="0" i="0" u="none" strike="noStrike" kern="1200" cap="none" spc="0" normalizeH="0" baseline="0" noProof="0" dirty="0">
                <a:ln>
                  <a:noFill/>
                </a:ln>
                <a:solidFill>
                  <a:sysClr val="windowText" lastClr="000000">
                    <a:lumMod val="85000"/>
                    <a:lumOff val="15000"/>
                  </a:sysClr>
                </a:solidFill>
                <a:effectLst/>
                <a:uLnTx/>
                <a:uFillTx/>
                <a:ea typeface="+mn-ea"/>
                <a:cs typeface="+mn-cs"/>
              </a:rPr>
              <a:t>Database selection</a:t>
            </a:r>
          </a:p>
          <a:p>
            <a:pPr marL="514350" marR="0" lvl="0" indent="-514350" algn="l" defTabSz="457200" rtl="0" eaLnBrk="1" fontAlgn="auto" latinLnBrk="0" hangingPunct="1">
              <a:lnSpc>
                <a:spcPct val="100000"/>
              </a:lnSpc>
              <a:spcBef>
                <a:spcPct val="20000"/>
              </a:spcBef>
              <a:spcAft>
                <a:spcPts val="0"/>
              </a:spcAft>
              <a:buClrTx/>
              <a:buSzTx/>
              <a:buFont typeface="+mj-lt"/>
              <a:buAutoNum type="arabicPeriod"/>
              <a:tabLst/>
              <a:defRPr/>
            </a:pPr>
            <a:r>
              <a:rPr kumimoji="0" lang="en-US" sz="1800" b="0" i="0" u="none" strike="noStrike" kern="1200" cap="none" spc="0" normalizeH="0" baseline="0" noProof="0" dirty="0">
                <a:ln>
                  <a:noFill/>
                </a:ln>
                <a:solidFill>
                  <a:sysClr val="windowText" lastClr="000000">
                    <a:lumMod val="85000"/>
                    <a:lumOff val="15000"/>
                  </a:sysClr>
                </a:solidFill>
                <a:effectLst/>
                <a:uLnTx/>
                <a:uFillTx/>
                <a:ea typeface="+mn-ea"/>
                <a:cs typeface="+mn-cs"/>
              </a:rPr>
              <a:t>Search key identification</a:t>
            </a:r>
          </a:p>
          <a:p>
            <a:pPr marL="514350" marR="0" lvl="0" indent="-514350" algn="l" defTabSz="457200" rtl="0" eaLnBrk="1" fontAlgn="auto" latinLnBrk="0" hangingPunct="1">
              <a:lnSpc>
                <a:spcPct val="100000"/>
              </a:lnSpc>
              <a:spcBef>
                <a:spcPct val="20000"/>
              </a:spcBef>
              <a:spcAft>
                <a:spcPts val="0"/>
              </a:spcAft>
              <a:buClrTx/>
              <a:buSzTx/>
              <a:buFont typeface="+mj-lt"/>
              <a:buAutoNum type="arabicPeriod"/>
              <a:tabLst/>
              <a:defRPr/>
            </a:pPr>
            <a:r>
              <a:rPr kumimoji="0" lang="en-US" sz="1800" b="0" i="0" u="none" strike="noStrike" kern="1200" cap="none" spc="0" normalizeH="0" baseline="0" noProof="0" dirty="0">
                <a:ln>
                  <a:noFill/>
                </a:ln>
                <a:solidFill>
                  <a:sysClr val="windowText" lastClr="000000">
                    <a:lumMod val="85000"/>
                    <a:lumOff val="15000"/>
                  </a:sysClr>
                </a:solidFill>
                <a:effectLst/>
                <a:uLnTx/>
                <a:uFillTx/>
                <a:ea typeface="+mn-ea"/>
                <a:cs typeface="+mn-cs"/>
              </a:rPr>
              <a:t>Data collection</a:t>
            </a:r>
          </a:p>
          <a:p>
            <a:pPr marL="514350" marR="0" lvl="0" indent="-514350" algn="l" defTabSz="457200" rtl="0" eaLnBrk="1" fontAlgn="auto" latinLnBrk="0" hangingPunct="1">
              <a:lnSpc>
                <a:spcPct val="100000"/>
              </a:lnSpc>
              <a:spcBef>
                <a:spcPct val="20000"/>
              </a:spcBef>
              <a:spcAft>
                <a:spcPts val="0"/>
              </a:spcAft>
              <a:buClrTx/>
              <a:buSzTx/>
              <a:buFont typeface="+mj-lt"/>
              <a:buAutoNum type="arabicPeriod"/>
              <a:tabLst/>
              <a:defRPr/>
            </a:pPr>
            <a:r>
              <a:rPr kumimoji="0" lang="en-US" sz="1800" b="0" i="0" u="none" strike="noStrike" kern="1200" cap="none" spc="0" normalizeH="0" baseline="0" noProof="0" dirty="0">
                <a:ln>
                  <a:noFill/>
                </a:ln>
                <a:solidFill>
                  <a:sysClr val="windowText" lastClr="000000">
                    <a:lumMod val="85000"/>
                    <a:lumOff val="15000"/>
                  </a:sysClr>
                </a:solidFill>
                <a:effectLst/>
                <a:uLnTx/>
                <a:uFillTx/>
                <a:ea typeface="+mn-ea"/>
                <a:cs typeface="+mn-cs"/>
              </a:rPr>
              <a:t>Analysis implementation</a:t>
            </a:r>
          </a:p>
          <a:p>
            <a:pPr marL="514350" marR="0" lvl="0" indent="-514350" algn="l" defTabSz="457200" rtl="0" eaLnBrk="1" fontAlgn="auto" latinLnBrk="0" hangingPunct="1">
              <a:lnSpc>
                <a:spcPct val="100000"/>
              </a:lnSpc>
              <a:spcBef>
                <a:spcPct val="20000"/>
              </a:spcBef>
              <a:spcAft>
                <a:spcPts val="0"/>
              </a:spcAft>
              <a:buClrTx/>
              <a:buSzTx/>
              <a:buFont typeface="+mj-lt"/>
              <a:buAutoNum type="arabicPeriod"/>
              <a:tabLst/>
              <a:defRPr/>
            </a:pPr>
            <a:r>
              <a:rPr kumimoji="0" lang="en-US" sz="1800" b="0" i="0" u="none" strike="noStrike" kern="1200" cap="none" spc="0" normalizeH="0" baseline="0" noProof="0" dirty="0">
                <a:ln>
                  <a:noFill/>
                </a:ln>
                <a:solidFill>
                  <a:sysClr val="windowText" lastClr="000000">
                    <a:lumMod val="85000"/>
                    <a:lumOff val="15000"/>
                  </a:sysClr>
                </a:solidFill>
                <a:effectLst/>
                <a:uLnTx/>
                <a:uFillTx/>
                <a:ea typeface="+mn-ea"/>
                <a:cs typeface="+mn-cs"/>
              </a:rPr>
              <a:t>Results validation</a:t>
            </a:r>
          </a:p>
        </p:txBody>
      </p:sp>
      <p:pic>
        <p:nvPicPr>
          <p:cNvPr id="5" name="Picture 4" descr="A diagram of a deep learning&#10;&#10;AI-generated content may be incorrect.">
            <a:extLst>
              <a:ext uri="{FF2B5EF4-FFF2-40B4-BE49-F238E27FC236}">
                <a16:creationId xmlns:a16="http://schemas.microsoft.com/office/drawing/2014/main" id="{26C33E95-C999-27A1-C234-743A63166418}"/>
              </a:ext>
            </a:extLst>
          </p:cNvPr>
          <p:cNvPicPr>
            <a:picLocks noChangeAspect="1"/>
          </p:cNvPicPr>
          <p:nvPr/>
        </p:nvPicPr>
        <p:blipFill>
          <a:blip r:embed="rId3"/>
          <a:stretch>
            <a:fillRect/>
          </a:stretch>
        </p:blipFill>
        <p:spPr>
          <a:xfrm>
            <a:off x="3775075" y="1676913"/>
            <a:ext cx="8289925" cy="4594254"/>
          </a:xfrm>
          <a:prstGeom prst="rect">
            <a:avLst/>
          </a:prstGeom>
        </p:spPr>
      </p:pic>
    </p:spTree>
    <p:extLst>
      <p:ext uri="{BB962C8B-B14F-4D97-AF65-F5344CB8AC3E}">
        <p14:creationId xmlns:p14="http://schemas.microsoft.com/office/powerpoint/2010/main" val="321393967"/>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B3E6D70-21B5-2AE3-7171-92585DCD1511}"/>
              </a:ext>
            </a:extLst>
          </p:cNvPr>
          <p:cNvSpPr/>
          <p:nvPr/>
        </p:nvSpPr>
        <p:spPr>
          <a:xfrm>
            <a:off x="5257802" y="776081"/>
            <a:ext cx="2743200" cy="685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Preprocess the Data</a:t>
            </a:r>
          </a:p>
        </p:txBody>
      </p:sp>
      <p:sp>
        <p:nvSpPr>
          <p:cNvPr id="5" name="Flowchart: Magnetic Disk 4">
            <a:extLst>
              <a:ext uri="{FF2B5EF4-FFF2-40B4-BE49-F238E27FC236}">
                <a16:creationId xmlns:a16="http://schemas.microsoft.com/office/drawing/2014/main" id="{D8C3B1F5-41F0-F439-5CEF-BE8F396D6029}"/>
              </a:ext>
            </a:extLst>
          </p:cNvPr>
          <p:cNvSpPr/>
          <p:nvPr/>
        </p:nvSpPr>
        <p:spPr>
          <a:xfrm>
            <a:off x="635000" y="509381"/>
            <a:ext cx="2133600" cy="1219200"/>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 Selection And Collection</a:t>
            </a:r>
          </a:p>
        </p:txBody>
      </p:sp>
      <p:sp>
        <p:nvSpPr>
          <p:cNvPr id="6" name="Rectangle 5">
            <a:extLst>
              <a:ext uri="{FF2B5EF4-FFF2-40B4-BE49-F238E27FC236}">
                <a16:creationId xmlns:a16="http://schemas.microsoft.com/office/drawing/2014/main" id="{7D08D320-FB0E-774F-F1F5-03832FC9CCD3}"/>
              </a:ext>
            </a:extLst>
          </p:cNvPr>
          <p:cNvSpPr/>
          <p:nvPr/>
        </p:nvSpPr>
        <p:spPr>
          <a:xfrm>
            <a:off x="3486150" y="1898885"/>
            <a:ext cx="1371600"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Two Classes</a:t>
            </a:r>
          </a:p>
        </p:txBody>
      </p:sp>
      <p:sp>
        <p:nvSpPr>
          <p:cNvPr id="7" name="Rectangle 6">
            <a:extLst>
              <a:ext uri="{FF2B5EF4-FFF2-40B4-BE49-F238E27FC236}">
                <a16:creationId xmlns:a16="http://schemas.microsoft.com/office/drawing/2014/main" id="{90FDEF58-9761-8EAB-D93A-B8FC20C2FC39}"/>
              </a:ext>
            </a:extLst>
          </p:cNvPr>
          <p:cNvSpPr/>
          <p:nvPr/>
        </p:nvSpPr>
        <p:spPr>
          <a:xfrm>
            <a:off x="5410200" y="1894585"/>
            <a:ext cx="1371600"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Multiclass</a:t>
            </a:r>
          </a:p>
        </p:txBody>
      </p:sp>
      <p:sp>
        <p:nvSpPr>
          <p:cNvPr id="8" name="Rectangle 7">
            <a:extLst>
              <a:ext uri="{FF2B5EF4-FFF2-40B4-BE49-F238E27FC236}">
                <a16:creationId xmlns:a16="http://schemas.microsoft.com/office/drawing/2014/main" id="{5C596231-615C-87B2-A691-095D21B24235}"/>
              </a:ext>
            </a:extLst>
          </p:cNvPr>
          <p:cNvSpPr/>
          <p:nvPr/>
        </p:nvSpPr>
        <p:spPr>
          <a:xfrm>
            <a:off x="3985259" y="2753927"/>
            <a:ext cx="1920240" cy="6400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Create Word Embeddings</a:t>
            </a:r>
          </a:p>
        </p:txBody>
      </p:sp>
      <p:sp>
        <p:nvSpPr>
          <p:cNvPr id="9" name="Rectangle 8">
            <a:extLst>
              <a:ext uri="{FF2B5EF4-FFF2-40B4-BE49-F238E27FC236}">
                <a16:creationId xmlns:a16="http://schemas.microsoft.com/office/drawing/2014/main" id="{3E5E4BD2-1A66-BE51-289F-B5E7114F12CD}"/>
              </a:ext>
            </a:extLst>
          </p:cNvPr>
          <p:cNvSpPr/>
          <p:nvPr/>
        </p:nvSpPr>
        <p:spPr>
          <a:xfrm>
            <a:off x="3192861" y="3846129"/>
            <a:ext cx="1371600"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Word2vec</a:t>
            </a:r>
          </a:p>
        </p:txBody>
      </p:sp>
      <p:sp>
        <p:nvSpPr>
          <p:cNvPr id="10" name="Rectangle 9">
            <a:extLst>
              <a:ext uri="{FF2B5EF4-FFF2-40B4-BE49-F238E27FC236}">
                <a16:creationId xmlns:a16="http://schemas.microsoft.com/office/drawing/2014/main" id="{4CEF7186-C2E8-3DDC-6666-9EE2852B720C}"/>
              </a:ext>
            </a:extLst>
          </p:cNvPr>
          <p:cNvSpPr/>
          <p:nvPr/>
        </p:nvSpPr>
        <p:spPr>
          <a:xfrm>
            <a:off x="5398847" y="3846129"/>
            <a:ext cx="1371600" cy="457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BERT</a:t>
            </a:r>
          </a:p>
        </p:txBody>
      </p:sp>
      <p:sp>
        <p:nvSpPr>
          <p:cNvPr id="11" name="Rectangle 10">
            <a:extLst>
              <a:ext uri="{FF2B5EF4-FFF2-40B4-BE49-F238E27FC236}">
                <a16:creationId xmlns:a16="http://schemas.microsoft.com/office/drawing/2014/main" id="{5C358B0D-17EC-4D41-8542-340EB832D6A4}"/>
              </a:ext>
            </a:extLst>
          </p:cNvPr>
          <p:cNvSpPr/>
          <p:nvPr/>
        </p:nvSpPr>
        <p:spPr>
          <a:xfrm>
            <a:off x="3543302" y="4776085"/>
            <a:ext cx="2743200" cy="685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Train the model</a:t>
            </a:r>
          </a:p>
        </p:txBody>
      </p:sp>
      <p:sp>
        <p:nvSpPr>
          <p:cNvPr id="12" name="Rectangle 11">
            <a:extLst>
              <a:ext uri="{FF2B5EF4-FFF2-40B4-BE49-F238E27FC236}">
                <a16:creationId xmlns:a16="http://schemas.microsoft.com/office/drawing/2014/main" id="{A365F5F2-161A-44F6-2EE1-B430AC5CB892}"/>
              </a:ext>
            </a:extLst>
          </p:cNvPr>
          <p:cNvSpPr/>
          <p:nvPr/>
        </p:nvSpPr>
        <p:spPr>
          <a:xfrm>
            <a:off x="7477910" y="2845114"/>
            <a:ext cx="1280160" cy="685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LSTM</a:t>
            </a:r>
          </a:p>
        </p:txBody>
      </p:sp>
      <p:sp>
        <p:nvSpPr>
          <p:cNvPr id="13" name="Rectangle 12">
            <a:extLst>
              <a:ext uri="{FF2B5EF4-FFF2-40B4-BE49-F238E27FC236}">
                <a16:creationId xmlns:a16="http://schemas.microsoft.com/office/drawing/2014/main" id="{AD03618F-DEB0-4606-7ABA-7BD5EF9C02F2}"/>
              </a:ext>
            </a:extLst>
          </p:cNvPr>
          <p:cNvSpPr/>
          <p:nvPr/>
        </p:nvSpPr>
        <p:spPr>
          <a:xfrm>
            <a:off x="8022590" y="4776085"/>
            <a:ext cx="1280160" cy="685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CNN</a:t>
            </a:r>
          </a:p>
        </p:txBody>
      </p:sp>
      <p:sp>
        <p:nvSpPr>
          <p:cNvPr id="14" name="Rectangle 13">
            <a:extLst>
              <a:ext uri="{FF2B5EF4-FFF2-40B4-BE49-F238E27FC236}">
                <a16:creationId xmlns:a16="http://schemas.microsoft.com/office/drawing/2014/main" id="{FF594FFD-885E-9840-B58A-CC37ACA0C2AD}"/>
              </a:ext>
            </a:extLst>
          </p:cNvPr>
          <p:cNvSpPr/>
          <p:nvPr/>
        </p:nvSpPr>
        <p:spPr>
          <a:xfrm>
            <a:off x="7573087" y="3846129"/>
            <a:ext cx="1280160" cy="685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Bi-LSTM</a:t>
            </a:r>
          </a:p>
        </p:txBody>
      </p:sp>
      <p:sp>
        <p:nvSpPr>
          <p:cNvPr id="16" name="TextBox 15">
            <a:extLst>
              <a:ext uri="{FF2B5EF4-FFF2-40B4-BE49-F238E27FC236}">
                <a16:creationId xmlns:a16="http://schemas.microsoft.com/office/drawing/2014/main" id="{88FF4BC6-5BCF-B0CA-4EF0-FAD68831731E}"/>
              </a:ext>
            </a:extLst>
          </p:cNvPr>
          <p:cNvSpPr txBox="1"/>
          <p:nvPr/>
        </p:nvSpPr>
        <p:spPr>
          <a:xfrm>
            <a:off x="4600090" y="90281"/>
            <a:ext cx="3517900" cy="646331"/>
          </a:xfrm>
          <a:prstGeom prst="rect">
            <a:avLst/>
          </a:prstGeom>
          <a:noFill/>
        </p:spPr>
        <p:txBody>
          <a:bodyPr wrap="square">
            <a:spAutoFit/>
          </a:bodyPr>
          <a:lstStyle/>
          <a:p>
            <a:r>
              <a:rPr lang="en-US" sz="3600" b="1" dirty="0">
                <a:solidFill>
                  <a:srgbClr val="003A92"/>
                </a:solidFill>
                <a:latin typeface="+mj-lt"/>
                <a:ea typeface="Charter Roman" charset="0"/>
                <a:cs typeface="Charter Roman" charset="0"/>
              </a:rPr>
              <a:t>DATA ANALYSIS</a:t>
            </a:r>
          </a:p>
        </p:txBody>
      </p:sp>
      <p:sp>
        <p:nvSpPr>
          <p:cNvPr id="17" name="Rectangle 16">
            <a:extLst>
              <a:ext uri="{FF2B5EF4-FFF2-40B4-BE49-F238E27FC236}">
                <a16:creationId xmlns:a16="http://schemas.microsoft.com/office/drawing/2014/main" id="{BF09245F-7365-AB81-B545-EA3DC53280DC}"/>
              </a:ext>
            </a:extLst>
          </p:cNvPr>
          <p:cNvSpPr/>
          <p:nvPr/>
        </p:nvSpPr>
        <p:spPr>
          <a:xfrm>
            <a:off x="9302750" y="3846129"/>
            <a:ext cx="2743200" cy="685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Test and Predict</a:t>
            </a:r>
          </a:p>
        </p:txBody>
      </p:sp>
      <p:cxnSp>
        <p:nvCxnSpPr>
          <p:cNvPr id="39" name="Connector: Elbow 38">
            <a:extLst>
              <a:ext uri="{FF2B5EF4-FFF2-40B4-BE49-F238E27FC236}">
                <a16:creationId xmlns:a16="http://schemas.microsoft.com/office/drawing/2014/main" id="{89494602-6734-B321-5DD4-78C29980DBCE}"/>
              </a:ext>
            </a:extLst>
          </p:cNvPr>
          <p:cNvCxnSpPr>
            <a:stCxn id="11" idx="3"/>
            <a:endCxn id="13" idx="1"/>
          </p:cNvCxnSpPr>
          <p:nvPr/>
        </p:nvCxnSpPr>
        <p:spPr>
          <a:xfrm>
            <a:off x="6286502" y="5118985"/>
            <a:ext cx="1736088" cy="127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74C85CAE-1791-67AF-DBB4-E26DAAC8854E}"/>
              </a:ext>
            </a:extLst>
          </p:cNvPr>
          <p:cNvCxnSpPr>
            <a:cxnSpLocks/>
            <a:stCxn id="11" idx="3"/>
            <a:endCxn id="12" idx="1"/>
          </p:cNvCxnSpPr>
          <p:nvPr/>
        </p:nvCxnSpPr>
        <p:spPr>
          <a:xfrm flipV="1">
            <a:off x="6286502" y="3188014"/>
            <a:ext cx="1191408" cy="193097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D54B1779-81FA-0F25-0142-3141E9F9D536}"/>
              </a:ext>
            </a:extLst>
          </p:cNvPr>
          <p:cNvCxnSpPr>
            <a:stCxn id="14" idx="3"/>
            <a:endCxn id="17" idx="1"/>
          </p:cNvCxnSpPr>
          <p:nvPr/>
        </p:nvCxnSpPr>
        <p:spPr>
          <a:xfrm>
            <a:off x="8853247" y="4189029"/>
            <a:ext cx="4495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Connector: Elbow 59">
            <a:extLst>
              <a:ext uri="{FF2B5EF4-FFF2-40B4-BE49-F238E27FC236}">
                <a16:creationId xmlns:a16="http://schemas.microsoft.com/office/drawing/2014/main" id="{813F5A59-343D-1655-2005-3C6BD3DDC02B}"/>
              </a:ext>
            </a:extLst>
          </p:cNvPr>
          <p:cNvCxnSpPr>
            <a:cxnSpLocks/>
            <a:stCxn id="11" idx="3"/>
            <a:endCxn id="14" idx="1"/>
          </p:cNvCxnSpPr>
          <p:nvPr/>
        </p:nvCxnSpPr>
        <p:spPr>
          <a:xfrm flipV="1">
            <a:off x="6286502" y="4189029"/>
            <a:ext cx="1286585" cy="929956"/>
          </a:xfrm>
          <a:prstGeom prst="bentConnector3">
            <a:avLst>
              <a:gd name="adj1" fmla="val 8158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Connector: Elbow 66">
            <a:extLst>
              <a:ext uri="{FF2B5EF4-FFF2-40B4-BE49-F238E27FC236}">
                <a16:creationId xmlns:a16="http://schemas.microsoft.com/office/drawing/2014/main" id="{CDAF3CFA-CA76-52FF-04ED-977E3BEF715A}"/>
              </a:ext>
            </a:extLst>
          </p:cNvPr>
          <p:cNvCxnSpPr>
            <a:cxnSpLocks/>
            <a:stCxn id="9" idx="3"/>
            <a:endCxn id="11" idx="0"/>
          </p:cNvCxnSpPr>
          <p:nvPr/>
        </p:nvCxnSpPr>
        <p:spPr>
          <a:xfrm>
            <a:off x="4564461" y="4074729"/>
            <a:ext cx="350441" cy="70135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FEABD6E8-4E8E-60D8-11F6-39CEF415CA45}"/>
              </a:ext>
            </a:extLst>
          </p:cNvPr>
          <p:cNvCxnSpPr>
            <a:cxnSpLocks/>
            <a:stCxn id="10" idx="1"/>
            <a:endCxn id="11" idx="0"/>
          </p:cNvCxnSpPr>
          <p:nvPr/>
        </p:nvCxnSpPr>
        <p:spPr>
          <a:xfrm rot="10800000" flipV="1">
            <a:off x="4914903" y="4074729"/>
            <a:ext cx="483945" cy="70135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A5757DAE-C083-A5BA-C340-F566085B4BB0}"/>
              </a:ext>
            </a:extLst>
          </p:cNvPr>
          <p:cNvCxnSpPr>
            <a:stCxn id="8" idx="1"/>
            <a:endCxn id="9" idx="1"/>
          </p:cNvCxnSpPr>
          <p:nvPr/>
        </p:nvCxnSpPr>
        <p:spPr>
          <a:xfrm rot="10800000" flipV="1">
            <a:off x="3192861" y="3073967"/>
            <a:ext cx="792398" cy="1000762"/>
          </a:xfrm>
          <a:prstGeom prst="bentConnector3">
            <a:avLst>
              <a:gd name="adj1" fmla="val 12884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Connector: Elbow 86">
            <a:extLst>
              <a:ext uri="{FF2B5EF4-FFF2-40B4-BE49-F238E27FC236}">
                <a16:creationId xmlns:a16="http://schemas.microsoft.com/office/drawing/2014/main" id="{2609CAEF-DC8B-843F-36CF-0D5172394F8F}"/>
              </a:ext>
            </a:extLst>
          </p:cNvPr>
          <p:cNvCxnSpPr>
            <a:stCxn id="8" idx="3"/>
            <a:endCxn id="10" idx="0"/>
          </p:cNvCxnSpPr>
          <p:nvPr/>
        </p:nvCxnSpPr>
        <p:spPr>
          <a:xfrm>
            <a:off x="5905499" y="3073967"/>
            <a:ext cx="179148" cy="77216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8191A6C1-E565-4AB5-504E-D898FFFED9BF}"/>
              </a:ext>
            </a:extLst>
          </p:cNvPr>
          <p:cNvCxnSpPr>
            <a:stCxn id="5" idx="4"/>
            <a:endCxn id="4" idx="1"/>
          </p:cNvCxnSpPr>
          <p:nvPr/>
        </p:nvCxnSpPr>
        <p:spPr>
          <a:xfrm>
            <a:off x="2768600" y="1118981"/>
            <a:ext cx="24892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Connector: Elbow 91">
            <a:extLst>
              <a:ext uri="{FF2B5EF4-FFF2-40B4-BE49-F238E27FC236}">
                <a16:creationId xmlns:a16="http://schemas.microsoft.com/office/drawing/2014/main" id="{6E85A06F-4B05-BEBE-72E7-A56A39B78ADB}"/>
              </a:ext>
            </a:extLst>
          </p:cNvPr>
          <p:cNvCxnSpPr>
            <a:stCxn id="4" idx="2"/>
            <a:endCxn id="6" idx="0"/>
          </p:cNvCxnSpPr>
          <p:nvPr/>
        </p:nvCxnSpPr>
        <p:spPr>
          <a:xfrm rot="5400000">
            <a:off x="5182174" y="451657"/>
            <a:ext cx="437004" cy="245745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950C7699-25FE-763D-FD64-779BDB4B8716}"/>
              </a:ext>
            </a:extLst>
          </p:cNvPr>
          <p:cNvCxnSpPr>
            <a:cxnSpLocks/>
            <a:stCxn id="4" idx="3"/>
            <a:endCxn id="7" idx="3"/>
          </p:cNvCxnSpPr>
          <p:nvPr/>
        </p:nvCxnSpPr>
        <p:spPr>
          <a:xfrm flipH="1">
            <a:off x="6781800" y="1118981"/>
            <a:ext cx="1219202" cy="1004204"/>
          </a:xfrm>
          <a:prstGeom prst="bentConnector3">
            <a:avLst>
              <a:gd name="adj1" fmla="val -1875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Connector: Elbow 97">
            <a:extLst>
              <a:ext uri="{FF2B5EF4-FFF2-40B4-BE49-F238E27FC236}">
                <a16:creationId xmlns:a16="http://schemas.microsoft.com/office/drawing/2014/main" id="{ED36E224-6DEA-9E81-9CF0-409EC060D027}"/>
              </a:ext>
            </a:extLst>
          </p:cNvPr>
          <p:cNvCxnSpPr>
            <a:stCxn id="6" idx="1"/>
            <a:endCxn id="8" idx="0"/>
          </p:cNvCxnSpPr>
          <p:nvPr/>
        </p:nvCxnSpPr>
        <p:spPr>
          <a:xfrm rot="10800000" flipH="1" flipV="1">
            <a:off x="3486149" y="2127485"/>
            <a:ext cx="1459229" cy="626442"/>
          </a:xfrm>
          <a:prstGeom prst="bentConnector4">
            <a:avLst>
              <a:gd name="adj1" fmla="val -15666"/>
              <a:gd name="adj2" fmla="val 6824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Connector: Elbow 99">
            <a:extLst>
              <a:ext uri="{FF2B5EF4-FFF2-40B4-BE49-F238E27FC236}">
                <a16:creationId xmlns:a16="http://schemas.microsoft.com/office/drawing/2014/main" id="{5773E1F7-2C09-F114-8280-CBFEEF444781}"/>
              </a:ext>
            </a:extLst>
          </p:cNvPr>
          <p:cNvCxnSpPr>
            <a:stCxn id="7" idx="2"/>
            <a:endCxn id="8" idx="0"/>
          </p:cNvCxnSpPr>
          <p:nvPr/>
        </p:nvCxnSpPr>
        <p:spPr>
          <a:xfrm rot="5400000">
            <a:off x="5319619" y="1977546"/>
            <a:ext cx="402142" cy="115062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72106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inVertic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randombar(horizontal)">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45"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2000"/>
                                        <p:tgtEl>
                                          <p:spTgt spid="9"/>
                                        </p:tgtEl>
                                      </p:cBhvr>
                                    </p:animEffect>
                                    <p:anim calcmode="lin" valueType="num">
                                      <p:cBhvr>
                                        <p:cTn id="38" dur="2000" fill="hold"/>
                                        <p:tgtEl>
                                          <p:spTgt spid="9"/>
                                        </p:tgtEl>
                                        <p:attrNameLst>
                                          <p:attrName>ppt_w</p:attrName>
                                        </p:attrNameLst>
                                      </p:cBhvr>
                                      <p:tavLst>
                                        <p:tav tm="0" fmla="#ppt_w*sin(2.5*pi*$)">
                                          <p:val>
                                            <p:fltVal val="0"/>
                                          </p:val>
                                        </p:tav>
                                        <p:tav tm="100000">
                                          <p:val>
                                            <p:fltVal val="1"/>
                                          </p:val>
                                        </p:tav>
                                      </p:tavLst>
                                    </p:anim>
                                    <p:anim calcmode="lin" valueType="num">
                                      <p:cBhvr>
                                        <p:cTn id="39" dur="20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45" presetClass="entr" presetSubtype="0" fill="hold" grpId="0" nodeType="click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2000"/>
                                        <p:tgtEl>
                                          <p:spTgt spid="10"/>
                                        </p:tgtEl>
                                      </p:cBhvr>
                                    </p:animEffect>
                                    <p:anim calcmode="lin" valueType="num">
                                      <p:cBhvr>
                                        <p:cTn id="45" dur="2000" fill="hold"/>
                                        <p:tgtEl>
                                          <p:spTgt spid="10"/>
                                        </p:tgtEl>
                                        <p:attrNameLst>
                                          <p:attrName>ppt_w</p:attrName>
                                        </p:attrNameLst>
                                      </p:cBhvr>
                                      <p:tavLst>
                                        <p:tav tm="0" fmla="#ppt_w*sin(2.5*pi*$)">
                                          <p:val>
                                            <p:fltVal val="0"/>
                                          </p:val>
                                        </p:tav>
                                        <p:tav tm="100000">
                                          <p:val>
                                            <p:fltVal val="1"/>
                                          </p:val>
                                        </p:tav>
                                      </p:tavLst>
                                    </p:anim>
                                    <p:anim calcmode="lin" valueType="num">
                                      <p:cBhvr>
                                        <p:cTn id="46" dur="20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1000"/>
                                        <p:tgtEl>
                                          <p:spTgt spid="11"/>
                                        </p:tgtEl>
                                      </p:cBhvr>
                                    </p:animEffect>
                                    <p:anim calcmode="lin" valueType="num">
                                      <p:cBhvr>
                                        <p:cTn id="52" dur="1000" fill="hold"/>
                                        <p:tgtEl>
                                          <p:spTgt spid="11"/>
                                        </p:tgtEl>
                                        <p:attrNameLst>
                                          <p:attrName>ppt_x</p:attrName>
                                        </p:attrNameLst>
                                      </p:cBhvr>
                                      <p:tavLst>
                                        <p:tav tm="0">
                                          <p:val>
                                            <p:strVal val="#ppt_x"/>
                                          </p:val>
                                        </p:tav>
                                        <p:tav tm="100000">
                                          <p:val>
                                            <p:strVal val="#ppt_x"/>
                                          </p:val>
                                        </p:tav>
                                      </p:tavLst>
                                    </p:anim>
                                    <p:anim calcmode="lin" valueType="num">
                                      <p:cBhvr>
                                        <p:cTn id="5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6" presetClass="entr" presetSubtype="16" fill="hold" grpId="0"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circle(in)">
                                      <p:cBhvr>
                                        <p:cTn id="58" dur="2000"/>
                                        <p:tgtEl>
                                          <p:spTgt spid="12"/>
                                        </p:tgtEl>
                                      </p:cBhvr>
                                    </p:animEffect>
                                  </p:childTnLst>
                                </p:cTn>
                              </p:par>
                            </p:childTnLst>
                          </p:cTn>
                        </p:par>
                      </p:childTnLst>
                    </p:cTn>
                  </p:par>
                  <p:par>
                    <p:cTn id="59" fill="hold">
                      <p:stCondLst>
                        <p:cond delay="indefinite"/>
                      </p:stCondLst>
                      <p:childTnLst>
                        <p:par>
                          <p:cTn id="60" fill="hold">
                            <p:stCondLst>
                              <p:cond delay="0"/>
                            </p:stCondLst>
                            <p:childTnLst>
                              <p:par>
                                <p:cTn id="61" presetID="6" presetClass="entr" presetSubtype="16"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circle(in)">
                                      <p:cBhvr>
                                        <p:cTn id="63" dur="2000"/>
                                        <p:tgtEl>
                                          <p:spTgt spid="14"/>
                                        </p:tgtEl>
                                      </p:cBhvr>
                                    </p:animEffect>
                                  </p:childTnLst>
                                </p:cTn>
                              </p:par>
                            </p:childTnLst>
                          </p:cTn>
                        </p:par>
                      </p:childTnLst>
                    </p:cTn>
                  </p:par>
                  <p:par>
                    <p:cTn id="64" fill="hold">
                      <p:stCondLst>
                        <p:cond delay="indefinite"/>
                      </p:stCondLst>
                      <p:childTnLst>
                        <p:par>
                          <p:cTn id="65" fill="hold">
                            <p:stCondLst>
                              <p:cond delay="0"/>
                            </p:stCondLst>
                            <p:childTnLst>
                              <p:par>
                                <p:cTn id="66" presetID="6" presetClass="entr" presetSubtype="16" fill="hold" grpId="0" nodeType="click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circle(in)">
                                      <p:cBhvr>
                                        <p:cTn id="68" dur="2000"/>
                                        <p:tgtEl>
                                          <p:spTgt spid="13"/>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17"/>
                                        </p:tgtEl>
                                        <p:attrNameLst>
                                          <p:attrName>style.visibility</p:attrName>
                                        </p:attrNameLst>
                                      </p:cBhvr>
                                      <p:to>
                                        <p:strVal val="visible"/>
                                      </p:to>
                                    </p:set>
                                    <p:animEffect transition="in" filter="wipe(down)">
                                      <p:cBhvr>
                                        <p:cTn id="7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9BEB3CC-4569-0EB6-1B1C-DF0E8D292FC3}"/>
              </a:ext>
            </a:extLst>
          </p:cNvPr>
          <p:cNvSpPr>
            <a:spLocks noGrp="1"/>
          </p:cNvSpPr>
          <p:nvPr>
            <p:ph type="body" sz="quarter" idx="10"/>
          </p:nvPr>
        </p:nvSpPr>
        <p:spPr>
          <a:xfrm>
            <a:off x="427511" y="331190"/>
            <a:ext cx="10382427" cy="595910"/>
          </a:xfrm>
        </p:spPr>
        <p:txBody>
          <a:bodyPr/>
          <a:lstStyle/>
          <a:p>
            <a:r>
              <a:rPr lang="en-US" sz="3600" dirty="0">
                <a:latin typeface="+mj-lt"/>
              </a:rPr>
              <a:t>Research Questions</a:t>
            </a:r>
          </a:p>
        </p:txBody>
      </p:sp>
      <p:sp>
        <p:nvSpPr>
          <p:cNvPr id="5" name="Text Placeholder 4">
            <a:extLst>
              <a:ext uri="{FF2B5EF4-FFF2-40B4-BE49-F238E27FC236}">
                <a16:creationId xmlns:a16="http://schemas.microsoft.com/office/drawing/2014/main" id="{5FA97B49-D810-DD5F-937B-6E0115012C9D}"/>
              </a:ext>
            </a:extLst>
          </p:cNvPr>
          <p:cNvSpPr>
            <a:spLocks noGrp="1"/>
          </p:cNvSpPr>
          <p:nvPr>
            <p:ph type="body" sz="quarter" idx="14"/>
          </p:nvPr>
        </p:nvSpPr>
        <p:spPr>
          <a:xfrm>
            <a:off x="427511" y="1682854"/>
            <a:ext cx="8855277" cy="3308245"/>
          </a:xfrm>
        </p:spPr>
        <p:txBody>
          <a:bodyPr/>
          <a:lstStyle/>
          <a:p>
            <a:r>
              <a:rPr lang="en-US" sz="2400" b="1" dirty="0"/>
              <a:t>RQ1</a:t>
            </a:r>
            <a:r>
              <a:rPr lang="en-US" sz="2400" dirty="0"/>
              <a:t>: What is the effectiveness of the NLP algorithm in classifying patient symptoms from the text data at the population level?</a:t>
            </a:r>
          </a:p>
          <a:p>
            <a:pPr marL="0" indent="0">
              <a:buNone/>
            </a:pPr>
            <a:endParaRPr lang="en-US" sz="2400" dirty="0"/>
          </a:p>
          <a:p>
            <a:r>
              <a:rPr lang="en-US" sz="2400" b="1" dirty="0"/>
              <a:t>RQ2</a:t>
            </a:r>
            <a:r>
              <a:rPr lang="en-US" sz="2400" dirty="0"/>
              <a:t>: How practical is DL in classifying patient symptoms from audio data?</a:t>
            </a:r>
          </a:p>
        </p:txBody>
      </p:sp>
    </p:spTree>
    <p:extLst>
      <p:ext uri="{BB962C8B-B14F-4D97-AF65-F5344CB8AC3E}">
        <p14:creationId xmlns:p14="http://schemas.microsoft.com/office/powerpoint/2010/main" val="94986915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6B34B9A-4D6E-310B-B8E1-4B03786D0C43}"/>
              </a:ext>
            </a:extLst>
          </p:cNvPr>
          <p:cNvSpPr>
            <a:spLocks noGrp="1"/>
          </p:cNvSpPr>
          <p:nvPr>
            <p:ph type="body" sz="quarter" idx="10"/>
          </p:nvPr>
        </p:nvSpPr>
        <p:spPr>
          <a:xfrm>
            <a:off x="2983381" y="483107"/>
            <a:ext cx="6225238" cy="646710"/>
          </a:xfrm>
        </p:spPr>
        <p:txBody>
          <a:bodyPr/>
          <a:lstStyle/>
          <a:p>
            <a:pPr algn="ctr"/>
            <a:r>
              <a:rPr lang="en-US" sz="3600" dirty="0">
                <a:latin typeface="+mj-lt"/>
              </a:rPr>
              <a:t>Exploratory Analysis Findings</a:t>
            </a:r>
          </a:p>
        </p:txBody>
      </p:sp>
      <p:sp>
        <p:nvSpPr>
          <p:cNvPr id="6" name="Text Placeholder 2">
            <a:extLst>
              <a:ext uri="{FF2B5EF4-FFF2-40B4-BE49-F238E27FC236}">
                <a16:creationId xmlns:a16="http://schemas.microsoft.com/office/drawing/2014/main" id="{38DEB6D1-5F5E-C0C8-3FE6-6BC69D9756E6}"/>
              </a:ext>
            </a:extLst>
          </p:cNvPr>
          <p:cNvSpPr txBox="1">
            <a:spLocks/>
          </p:cNvSpPr>
          <p:nvPr/>
        </p:nvSpPr>
        <p:spPr>
          <a:xfrm>
            <a:off x="325911" y="2918554"/>
            <a:ext cx="3509489" cy="1265128"/>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800" b="1" i="0" kern="120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dirty="0">
                <a:solidFill>
                  <a:schemeClr val="tx1"/>
                </a:solidFill>
              </a:rPr>
              <a:t>Data Characteristics</a:t>
            </a:r>
          </a:p>
          <a:p>
            <a:pPr marL="285750" indent="-285750">
              <a:buFont typeface="Arial" panose="020B0604020202020204" pitchFamily="34" charset="0"/>
              <a:buChar char="•"/>
            </a:pPr>
            <a:r>
              <a:rPr lang="en-US" dirty="0">
                <a:solidFill>
                  <a:schemeClr val="tx1"/>
                </a:solidFill>
              </a:rPr>
              <a:t>Data Quality Assessment</a:t>
            </a:r>
          </a:p>
          <a:p>
            <a:pPr marL="285750" indent="-285750">
              <a:buFont typeface="Arial" panose="020B0604020202020204" pitchFamily="34" charset="0"/>
              <a:buChar char="•"/>
            </a:pPr>
            <a:r>
              <a:rPr lang="en-US" dirty="0">
                <a:solidFill>
                  <a:schemeClr val="tx1"/>
                </a:solidFill>
              </a:rPr>
              <a:t>Feature Engineering:</a:t>
            </a:r>
          </a:p>
          <a:p>
            <a:pPr marL="285750" indent="-285750">
              <a:buFont typeface="Arial" panose="020B0604020202020204" pitchFamily="34" charset="0"/>
              <a:buChar char="•"/>
            </a:pPr>
            <a:endParaRPr lang="en-US" dirty="0">
              <a:solidFill>
                <a:schemeClr val="tx1"/>
              </a:solidFill>
            </a:endParaRPr>
          </a:p>
        </p:txBody>
      </p:sp>
      <p:sp>
        <p:nvSpPr>
          <p:cNvPr id="7" name="Text Placeholder 2">
            <a:extLst>
              <a:ext uri="{FF2B5EF4-FFF2-40B4-BE49-F238E27FC236}">
                <a16:creationId xmlns:a16="http://schemas.microsoft.com/office/drawing/2014/main" id="{5B6D14ED-EE94-C7B5-F5E5-6FF2E6E216D9}"/>
              </a:ext>
            </a:extLst>
          </p:cNvPr>
          <p:cNvSpPr txBox="1">
            <a:spLocks/>
          </p:cNvSpPr>
          <p:nvPr/>
        </p:nvSpPr>
        <p:spPr>
          <a:xfrm>
            <a:off x="427511" y="3132506"/>
            <a:ext cx="9440069" cy="418612"/>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800" b="1" i="0" kern="120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1030" name="Picture 6">
            <a:extLst>
              <a:ext uri="{FF2B5EF4-FFF2-40B4-BE49-F238E27FC236}">
                <a16:creationId xmlns:a16="http://schemas.microsoft.com/office/drawing/2014/main" id="{589E6004-90FF-6A6D-192E-01AC44333F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3539" y="2012950"/>
            <a:ext cx="7670950" cy="2832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09259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71668-32F3-EE6D-D3CA-E48F4690C44A}"/>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6B15FE14-4C23-230C-9FDB-B411E6D93619}"/>
              </a:ext>
            </a:extLst>
          </p:cNvPr>
          <p:cNvSpPr>
            <a:spLocks noGrp="1"/>
          </p:cNvSpPr>
          <p:nvPr>
            <p:ph type="body" sz="quarter" idx="10"/>
          </p:nvPr>
        </p:nvSpPr>
        <p:spPr>
          <a:xfrm>
            <a:off x="215900" y="251109"/>
            <a:ext cx="11760200" cy="837639"/>
          </a:xfrm>
        </p:spPr>
        <p:txBody>
          <a:bodyPr/>
          <a:lstStyle/>
          <a:p>
            <a:pPr algn="ctr"/>
            <a:r>
              <a:rPr lang="en-US" sz="3600" dirty="0">
                <a:latin typeface="+mj-lt"/>
              </a:rPr>
              <a:t>Detailed Results from Experiments (Text Classification)</a:t>
            </a:r>
          </a:p>
        </p:txBody>
      </p:sp>
      <p:sp>
        <p:nvSpPr>
          <p:cNvPr id="6" name="Text Placeholder 2">
            <a:extLst>
              <a:ext uri="{FF2B5EF4-FFF2-40B4-BE49-F238E27FC236}">
                <a16:creationId xmlns:a16="http://schemas.microsoft.com/office/drawing/2014/main" id="{EE00BA70-C631-9BC3-BD94-C43FD3683B4A}"/>
              </a:ext>
            </a:extLst>
          </p:cNvPr>
          <p:cNvSpPr txBox="1">
            <a:spLocks/>
          </p:cNvSpPr>
          <p:nvPr/>
        </p:nvSpPr>
        <p:spPr>
          <a:xfrm>
            <a:off x="541811" y="1088748"/>
            <a:ext cx="3509489" cy="1265128"/>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800" b="1" i="0" kern="120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dirty="0">
                <a:solidFill>
                  <a:schemeClr val="tx1"/>
                </a:solidFill>
              </a:rPr>
              <a:t>Model Performance</a:t>
            </a:r>
          </a:p>
          <a:p>
            <a:pPr marL="285750" indent="-285750">
              <a:buFont typeface="Arial" panose="020B0604020202020204" pitchFamily="34" charset="0"/>
              <a:buChar char="•"/>
            </a:pPr>
            <a:r>
              <a:rPr lang="en-US" dirty="0">
                <a:solidFill>
                  <a:schemeClr val="tx1"/>
                </a:solidFill>
              </a:rPr>
              <a:t>Evaluation Metrics</a:t>
            </a:r>
          </a:p>
          <a:p>
            <a:pPr marL="285750" indent="-285750">
              <a:buFont typeface="Arial" panose="020B0604020202020204" pitchFamily="34" charset="0"/>
              <a:buChar char="•"/>
            </a:pPr>
            <a:r>
              <a:rPr lang="en-US" dirty="0">
                <a:solidFill>
                  <a:schemeClr val="tx1"/>
                </a:solidFill>
              </a:rPr>
              <a:t>Interpretation of Results</a:t>
            </a:r>
          </a:p>
          <a:p>
            <a:pPr marL="285750" indent="-285750">
              <a:buFont typeface="Arial" panose="020B0604020202020204" pitchFamily="34" charset="0"/>
              <a:buChar char="•"/>
            </a:pPr>
            <a:endParaRPr lang="en-US" dirty="0">
              <a:solidFill>
                <a:schemeClr val="tx1"/>
              </a:solidFill>
            </a:endParaRPr>
          </a:p>
        </p:txBody>
      </p:sp>
      <p:pic>
        <p:nvPicPr>
          <p:cNvPr id="2052" name="Picture 4">
            <a:extLst>
              <a:ext uri="{FF2B5EF4-FFF2-40B4-BE49-F238E27FC236}">
                <a16:creationId xmlns:a16="http://schemas.microsoft.com/office/drawing/2014/main" id="{1372F436-C94B-1FFB-E11A-6D1BE9F14C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229" y="2527300"/>
            <a:ext cx="11619811" cy="3594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968205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64F1B-11E8-A4C7-BB61-72B59D9F2F32}"/>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90D6CD67-192E-0DB0-43D0-9E0E6DE77F3C}"/>
              </a:ext>
            </a:extLst>
          </p:cNvPr>
          <p:cNvSpPr>
            <a:spLocks noGrp="1"/>
          </p:cNvSpPr>
          <p:nvPr>
            <p:ph type="body" sz="quarter" idx="10"/>
          </p:nvPr>
        </p:nvSpPr>
        <p:spPr>
          <a:xfrm>
            <a:off x="215900" y="211068"/>
            <a:ext cx="11760200" cy="773215"/>
          </a:xfrm>
        </p:spPr>
        <p:txBody>
          <a:bodyPr/>
          <a:lstStyle/>
          <a:p>
            <a:pPr algn="ctr"/>
            <a:r>
              <a:rPr lang="en-US" sz="3600" dirty="0">
                <a:latin typeface="+mj-lt"/>
              </a:rPr>
              <a:t>Detailed Results from Experiments (Audio Classification)</a:t>
            </a:r>
          </a:p>
        </p:txBody>
      </p:sp>
      <p:sp>
        <p:nvSpPr>
          <p:cNvPr id="6" name="Text Placeholder 2">
            <a:extLst>
              <a:ext uri="{FF2B5EF4-FFF2-40B4-BE49-F238E27FC236}">
                <a16:creationId xmlns:a16="http://schemas.microsoft.com/office/drawing/2014/main" id="{1E5D26E7-C379-438E-2117-1E5B45F52B32}"/>
              </a:ext>
            </a:extLst>
          </p:cNvPr>
          <p:cNvSpPr txBox="1">
            <a:spLocks/>
          </p:cNvSpPr>
          <p:nvPr/>
        </p:nvSpPr>
        <p:spPr>
          <a:xfrm>
            <a:off x="465867" y="984283"/>
            <a:ext cx="4639789" cy="1670017"/>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800" b="1" i="0" kern="120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dirty="0">
                <a:solidFill>
                  <a:schemeClr val="tx1"/>
                </a:solidFill>
              </a:rPr>
              <a:t>Audio Classification Performance</a:t>
            </a:r>
          </a:p>
          <a:p>
            <a:pPr marL="285750" indent="-285750">
              <a:buFont typeface="Arial" panose="020B0604020202020204" pitchFamily="34" charset="0"/>
              <a:buChar char="•"/>
            </a:pPr>
            <a:r>
              <a:rPr lang="en-US" dirty="0">
                <a:solidFill>
                  <a:schemeClr val="tx1"/>
                </a:solidFill>
              </a:rPr>
              <a:t>Model Robustness</a:t>
            </a:r>
          </a:p>
          <a:p>
            <a:pPr marL="285750" indent="-285750">
              <a:buFont typeface="Arial" panose="020B0604020202020204" pitchFamily="34" charset="0"/>
              <a:buChar char="•"/>
            </a:pPr>
            <a:r>
              <a:rPr lang="en-US" dirty="0">
                <a:solidFill>
                  <a:schemeClr val="tx1"/>
                </a:solidFill>
              </a:rPr>
              <a:t>Hyperparameter tuning</a:t>
            </a:r>
          </a:p>
          <a:p>
            <a:pPr marL="285750" indent="-285750">
              <a:buFont typeface="Arial" panose="020B0604020202020204" pitchFamily="34" charset="0"/>
              <a:buChar char="•"/>
            </a:pPr>
            <a:r>
              <a:rPr lang="en-US" dirty="0">
                <a:solidFill>
                  <a:schemeClr val="tx1"/>
                </a:solidFill>
              </a:rPr>
              <a:t>Interpretation of Results:</a:t>
            </a:r>
          </a:p>
        </p:txBody>
      </p:sp>
      <p:pic>
        <p:nvPicPr>
          <p:cNvPr id="3076" name="Picture 4">
            <a:extLst>
              <a:ext uri="{FF2B5EF4-FFF2-40B4-BE49-F238E27FC236}">
                <a16:creationId xmlns:a16="http://schemas.microsoft.com/office/drawing/2014/main" id="{9D4FE2DE-EB09-08D1-AC20-032BF30658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900" y="2654300"/>
            <a:ext cx="11620500" cy="3505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279435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AD24D-A23E-D70E-1D5F-43DE72EA4695}"/>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7A7B3A23-4306-EA10-283B-C4DF0A355992}"/>
              </a:ext>
            </a:extLst>
          </p:cNvPr>
          <p:cNvSpPr>
            <a:spLocks noGrp="1"/>
          </p:cNvSpPr>
          <p:nvPr>
            <p:ph type="body" sz="quarter" idx="10"/>
          </p:nvPr>
        </p:nvSpPr>
        <p:spPr>
          <a:xfrm>
            <a:off x="427511" y="198173"/>
            <a:ext cx="10382427" cy="672712"/>
          </a:xfrm>
        </p:spPr>
        <p:txBody>
          <a:bodyPr/>
          <a:lstStyle/>
          <a:p>
            <a:pPr algn="ctr"/>
            <a:r>
              <a:rPr lang="en-US" sz="3600" dirty="0">
                <a:latin typeface="+mj-lt"/>
              </a:rPr>
              <a:t>Embeddings and Their Impact</a:t>
            </a:r>
          </a:p>
        </p:txBody>
      </p:sp>
      <p:sp>
        <p:nvSpPr>
          <p:cNvPr id="8" name="Text Placeholder 2">
            <a:extLst>
              <a:ext uri="{FF2B5EF4-FFF2-40B4-BE49-F238E27FC236}">
                <a16:creationId xmlns:a16="http://schemas.microsoft.com/office/drawing/2014/main" id="{AAE2CBB4-6199-35AC-1F0E-799F0894D460}"/>
              </a:ext>
            </a:extLst>
          </p:cNvPr>
          <p:cNvSpPr txBox="1">
            <a:spLocks/>
          </p:cNvSpPr>
          <p:nvPr/>
        </p:nvSpPr>
        <p:spPr>
          <a:xfrm>
            <a:off x="427511" y="1003902"/>
            <a:ext cx="4639789" cy="863663"/>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800" b="1" i="0" kern="120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dirty="0">
                <a:solidFill>
                  <a:schemeClr val="tx1"/>
                </a:solidFill>
              </a:rPr>
              <a:t>Embeddings Utilized</a:t>
            </a:r>
          </a:p>
          <a:p>
            <a:pPr marL="285750" indent="-285750">
              <a:buFont typeface="Arial" panose="020B0604020202020204" pitchFamily="34" charset="0"/>
              <a:buChar char="•"/>
            </a:pPr>
            <a:r>
              <a:rPr lang="en-US" dirty="0">
                <a:solidFill>
                  <a:schemeClr val="tx1"/>
                </a:solidFill>
              </a:rPr>
              <a:t>Impact on Model Performance</a:t>
            </a:r>
          </a:p>
        </p:txBody>
      </p:sp>
      <p:pic>
        <p:nvPicPr>
          <p:cNvPr id="10" name="Picture 9" descr="Several types of text models&#10;&#10;AI-generated content may be incorrect.">
            <a:extLst>
              <a:ext uri="{FF2B5EF4-FFF2-40B4-BE49-F238E27FC236}">
                <a16:creationId xmlns:a16="http://schemas.microsoft.com/office/drawing/2014/main" id="{BC36CA86-0D02-FC0F-854E-9DA4234905C1}"/>
              </a:ext>
            </a:extLst>
          </p:cNvPr>
          <p:cNvPicPr>
            <a:picLocks noChangeAspect="1"/>
          </p:cNvPicPr>
          <p:nvPr/>
        </p:nvPicPr>
        <p:blipFill>
          <a:blip r:embed="rId3"/>
          <a:stretch>
            <a:fillRect/>
          </a:stretch>
        </p:blipFill>
        <p:spPr>
          <a:xfrm>
            <a:off x="1943448" y="2133599"/>
            <a:ext cx="7852285" cy="4076701"/>
          </a:xfrm>
          <a:prstGeom prst="rect">
            <a:avLst/>
          </a:prstGeom>
        </p:spPr>
      </p:pic>
    </p:spTree>
    <p:extLst>
      <p:ext uri="{BB962C8B-B14F-4D97-AF65-F5344CB8AC3E}">
        <p14:creationId xmlns:p14="http://schemas.microsoft.com/office/powerpoint/2010/main" val="219007815"/>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8AA5E-96FF-16E2-F857-8AA589B63566}"/>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8209AACE-CB5E-2072-EC9E-495C783B57BC}"/>
              </a:ext>
            </a:extLst>
          </p:cNvPr>
          <p:cNvSpPr>
            <a:spLocks noGrp="1"/>
          </p:cNvSpPr>
          <p:nvPr>
            <p:ph type="body" sz="quarter" idx="10"/>
          </p:nvPr>
        </p:nvSpPr>
        <p:spPr>
          <a:xfrm>
            <a:off x="427511" y="108940"/>
            <a:ext cx="10382427" cy="634010"/>
          </a:xfrm>
        </p:spPr>
        <p:txBody>
          <a:bodyPr/>
          <a:lstStyle/>
          <a:p>
            <a:pPr algn="ctr"/>
            <a:r>
              <a:rPr lang="en-US" sz="3600" dirty="0">
                <a:latin typeface="+mj-lt"/>
              </a:rPr>
              <a:t>Model Development and Performance</a:t>
            </a:r>
          </a:p>
        </p:txBody>
      </p:sp>
      <p:pic>
        <p:nvPicPr>
          <p:cNvPr id="4098" name="Picture 2">
            <a:extLst>
              <a:ext uri="{FF2B5EF4-FFF2-40B4-BE49-F238E27FC236}">
                <a16:creationId xmlns:a16="http://schemas.microsoft.com/office/drawing/2014/main" id="{AB374457-7D05-1F43-931C-368F38863C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500" y="742950"/>
            <a:ext cx="10515600" cy="555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5860081"/>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5FCF0-014C-FB3E-C596-E41097F13CBE}"/>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436C0DFB-B3EC-F512-1A06-ADE186A984A8}"/>
              </a:ext>
            </a:extLst>
          </p:cNvPr>
          <p:cNvSpPr>
            <a:spLocks noGrp="1"/>
          </p:cNvSpPr>
          <p:nvPr>
            <p:ph type="body" sz="quarter" idx="10"/>
          </p:nvPr>
        </p:nvSpPr>
        <p:spPr>
          <a:xfrm>
            <a:off x="427511" y="331190"/>
            <a:ext cx="10382427" cy="659410"/>
          </a:xfrm>
        </p:spPr>
        <p:txBody>
          <a:bodyPr/>
          <a:lstStyle/>
          <a:p>
            <a:pPr algn="ctr"/>
            <a:r>
              <a:rPr lang="en-US" sz="3600" dirty="0">
                <a:latin typeface="+mj-lt"/>
              </a:rPr>
              <a:t>Conclusion and Future Directions</a:t>
            </a:r>
          </a:p>
        </p:txBody>
      </p:sp>
      <p:sp>
        <p:nvSpPr>
          <p:cNvPr id="6" name="Text Placeholder 2">
            <a:extLst>
              <a:ext uri="{FF2B5EF4-FFF2-40B4-BE49-F238E27FC236}">
                <a16:creationId xmlns:a16="http://schemas.microsoft.com/office/drawing/2014/main" id="{1D52A6B1-11D8-23C8-44C9-47E48A40A748}"/>
              </a:ext>
            </a:extLst>
          </p:cNvPr>
          <p:cNvSpPr txBox="1">
            <a:spLocks/>
          </p:cNvSpPr>
          <p:nvPr/>
        </p:nvSpPr>
        <p:spPr>
          <a:xfrm>
            <a:off x="427511" y="1003902"/>
            <a:ext cx="4639789" cy="863663"/>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800" b="1" i="0" kern="120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dirty="0">
                <a:solidFill>
                  <a:schemeClr val="tx1"/>
                </a:solidFill>
              </a:rPr>
              <a:t>Key Findings</a:t>
            </a:r>
          </a:p>
          <a:p>
            <a:pPr marL="285750" indent="-285750">
              <a:buFont typeface="Arial" panose="020B0604020202020204" pitchFamily="34" charset="0"/>
              <a:buChar char="•"/>
            </a:pPr>
            <a:r>
              <a:rPr lang="en-US" dirty="0">
                <a:solidFill>
                  <a:schemeClr val="tx1"/>
                </a:solidFill>
              </a:rPr>
              <a:t>Future Research Directions</a:t>
            </a:r>
          </a:p>
        </p:txBody>
      </p:sp>
      <p:pic>
        <p:nvPicPr>
          <p:cNvPr id="10" name="Picture 9" descr="A hand with a mouse&#10;&#10;AI-generated content may be incorrect.">
            <a:extLst>
              <a:ext uri="{FF2B5EF4-FFF2-40B4-BE49-F238E27FC236}">
                <a16:creationId xmlns:a16="http://schemas.microsoft.com/office/drawing/2014/main" id="{A3600CA8-7A26-2262-BD72-D7029B01667B}"/>
              </a:ext>
            </a:extLst>
          </p:cNvPr>
          <p:cNvPicPr>
            <a:picLocks noChangeAspect="1"/>
          </p:cNvPicPr>
          <p:nvPr/>
        </p:nvPicPr>
        <p:blipFill>
          <a:blip r:embed="rId3"/>
          <a:stretch>
            <a:fillRect/>
          </a:stretch>
        </p:blipFill>
        <p:spPr>
          <a:xfrm>
            <a:off x="242887" y="1072551"/>
            <a:ext cx="11706225" cy="5191125"/>
          </a:xfrm>
          <a:prstGeom prst="rect">
            <a:avLst/>
          </a:prstGeom>
        </p:spPr>
      </p:pic>
    </p:spTree>
    <p:extLst>
      <p:ext uri="{BB962C8B-B14F-4D97-AF65-F5344CB8AC3E}">
        <p14:creationId xmlns:p14="http://schemas.microsoft.com/office/powerpoint/2010/main" val="135907920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BAE76-86E3-1B79-C175-F099A07B5EF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8F81E41-FEC0-60FF-6A6C-89718D3C5D21}"/>
              </a:ext>
            </a:extLst>
          </p:cNvPr>
          <p:cNvSpPr txBox="1"/>
          <p:nvPr/>
        </p:nvSpPr>
        <p:spPr>
          <a:xfrm>
            <a:off x="1231900" y="304800"/>
            <a:ext cx="4954931" cy="646331"/>
          </a:xfrm>
          <a:prstGeom prst="rect">
            <a:avLst/>
          </a:prstGeom>
          <a:noFill/>
        </p:spPr>
        <p:txBody>
          <a:bodyPr wrap="square" rtlCol="0">
            <a:spAutoFit/>
          </a:bodyPr>
          <a:lstStyle/>
          <a:p>
            <a:r>
              <a:rPr lang="en-US" sz="3600" b="1" dirty="0">
                <a:solidFill>
                  <a:srgbClr val="003A92"/>
                </a:solidFill>
                <a:latin typeface="+mj-lt"/>
                <a:ea typeface="Charter Roman" charset="0"/>
                <a:cs typeface="Charter Roman" charset="0"/>
              </a:rPr>
              <a:t>RESULTS</a:t>
            </a:r>
            <a:r>
              <a:rPr lang="en-US" sz="3500" b="1" dirty="0">
                <a:solidFill>
                  <a:srgbClr val="003A92"/>
                </a:solidFill>
                <a:latin typeface="+mj-lt"/>
                <a:ea typeface="Charter Roman" charset="0"/>
                <a:cs typeface="Charter Roman" charset="0"/>
              </a:rPr>
              <a:t> Interpretation</a:t>
            </a:r>
          </a:p>
        </p:txBody>
      </p:sp>
      <p:pic>
        <p:nvPicPr>
          <p:cNvPr id="8194" name="Picture 2" descr="Accuracy Calculation Flowchart | Download Scientific Diagram">
            <a:extLst>
              <a:ext uri="{FF2B5EF4-FFF2-40B4-BE49-F238E27FC236}">
                <a16:creationId xmlns:a16="http://schemas.microsoft.com/office/drawing/2014/main" id="{618E7279-ABBD-60C0-A173-BD4F91BC57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7871" y="177800"/>
            <a:ext cx="5365424" cy="5977836"/>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2">
            <a:extLst>
              <a:ext uri="{FF2B5EF4-FFF2-40B4-BE49-F238E27FC236}">
                <a16:creationId xmlns:a16="http://schemas.microsoft.com/office/drawing/2014/main" id="{5D6D2E5C-C68D-3886-FBEE-4D6A1E4341BA}"/>
              </a:ext>
            </a:extLst>
          </p:cNvPr>
          <p:cNvSpPr txBox="1">
            <a:spLocks/>
          </p:cNvSpPr>
          <p:nvPr/>
        </p:nvSpPr>
        <p:spPr>
          <a:xfrm>
            <a:off x="491999" y="951130"/>
            <a:ext cx="6534443" cy="5204505"/>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800" b="1" i="0" kern="120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2000" dirty="0">
                <a:solidFill>
                  <a:schemeClr val="tx1"/>
                </a:solidFill>
              </a:rPr>
              <a:t>Audio Classification Accuracy</a:t>
            </a:r>
          </a:p>
          <a:p>
            <a:pPr marL="742950" lvl="1" indent="-28575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XGBoost: 0.9827 (98.27%)</a:t>
            </a:r>
          </a:p>
          <a:p>
            <a:pPr marL="742950" lvl="1" indent="-28575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Random Forest: 0.9737 (97.37%)</a:t>
            </a:r>
          </a:p>
          <a:p>
            <a:pPr marL="742950" lvl="1" indent="-28575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Decision Tree: 0.9505 (95.05%)</a:t>
            </a:r>
          </a:p>
          <a:p>
            <a:pPr marL="742950" lvl="1" indent="-28575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Neural Networks (CNN): 0.9055 (90.55%)</a:t>
            </a:r>
          </a:p>
          <a:p>
            <a:pPr marL="742950" lvl="1" indent="-28575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Neural Networks (RNN): 0.8800 (88.00%)</a:t>
            </a:r>
          </a:p>
          <a:p>
            <a:pPr marL="742950" lvl="1" indent="-28575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Logistic Regression: 0.8785 (87.85%)</a:t>
            </a:r>
          </a:p>
          <a:p>
            <a:pPr marL="742950" lvl="1" indent="-28575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Support Vector Machines (SVM): 0.8725 (87.25%)</a:t>
            </a:r>
          </a:p>
          <a:p>
            <a:pPr marL="742950" lvl="1" indent="-28575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Naive Bayes: 0.8725 (87.25%)</a:t>
            </a:r>
            <a:endParaRPr lang="en-US" sz="1600" dirty="0">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US" sz="2000" dirty="0">
                <a:solidFill>
                  <a:schemeClr val="tx1"/>
                </a:solidFill>
              </a:rPr>
              <a:t>Precision, Recall, and F1-Score:</a:t>
            </a:r>
          </a:p>
          <a:p>
            <a:pPr marL="742950" lvl="1" indent="-28575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XGBoost: </a:t>
            </a:r>
            <a:r>
              <a:rPr lang="en-US" sz="1600" b="0" dirty="0">
                <a:solidFill>
                  <a:schemeClr val="tx1"/>
                </a:solidFill>
                <a:latin typeface="Open Sans" panose="020B0606030504020204" pitchFamily="34" charset="0"/>
                <a:ea typeface="Open Sans" panose="020B0606030504020204" pitchFamily="34" charset="0"/>
                <a:cs typeface="Open Sans" panose="020B0606030504020204" pitchFamily="34" charset="0"/>
              </a:rPr>
              <a:t>Precision = 0.88, Recall = 0.84, F1-Score = 0.86</a:t>
            </a:r>
            <a:endPar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742950" lvl="1" indent="-28575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Random Forest </a:t>
            </a:r>
            <a:r>
              <a:rPr lang="en-US" sz="16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Precision = 0.86, Recall = 0.83, F1-Score = 0.85</a:t>
            </a:r>
          </a:p>
          <a:p>
            <a:pPr marL="285750" indent="-285750">
              <a:buFont typeface="Arial" panose="020B0604020202020204" pitchFamily="34" charset="0"/>
              <a:buChar char="•"/>
            </a:pPr>
            <a:r>
              <a:rPr lang="en-US" sz="2000" dirty="0">
                <a:solidFill>
                  <a:schemeClr val="tx1"/>
                </a:solidFill>
              </a:rPr>
              <a:t>Confusion Matrix:</a:t>
            </a:r>
          </a:p>
          <a:p>
            <a:pPr marL="742950" lvl="1" indent="-28575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XGBoost and Random Forest achieved the highest accuracy, with minimal misclassification.</a:t>
            </a:r>
            <a:endParaRPr lang="en-US" sz="16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2785145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453B9-759B-F97C-4609-6B4C881270D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EA65747-C827-9FAA-1A78-433ABF26F65B}"/>
              </a:ext>
            </a:extLst>
          </p:cNvPr>
          <p:cNvSpPr txBox="1"/>
          <p:nvPr/>
        </p:nvSpPr>
        <p:spPr>
          <a:xfrm>
            <a:off x="1231900" y="304800"/>
            <a:ext cx="4954931" cy="646331"/>
          </a:xfrm>
          <a:prstGeom prst="rect">
            <a:avLst/>
          </a:prstGeom>
          <a:noFill/>
        </p:spPr>
        <p:txBody>
          <a:bodyPr wrap="square" rtlCol="0">
            <a:spAutoFit/>
          </a:bodyPr>
          <a:lstStyle/>
          <a:p>
            <a:r>
              <a:rPr lang="en-US" sz="3600" b="1" dirty="0">
                <a:solidFill>
                  <a:srgbClr val="003A92"/>
                </a:solidFill>
                <a:latin typeface="+mj-lt"/>
                <a:ea typeface="Charter Roman" charset="0"/>
                <a:cs typeface="Charter Roman" charset="0"/>
              </a:rPr>
              <a:t>RESULTS</a:t>
            </a:r>
            <a:r>
              <a:rPr lang="en-US" sz="3500" b="1" dirty="0">
                <a:solidFill>
                  <a:srgbClr val="003A92"/>
                </a:solidFill>
                <a:latin typeface="+mj-lt"/>
                <a:ea typeface="Charter Roman" charset="0"/>
                <a:cs typeface="Charter Roman" charset="0"/>
              </a:rPr>
              <a:t> Interpretation</a:t>
            </a:r>
          </a:p>
        </p:txBody>
      </p:sp>
      <p:pic>
        <p:nvPicPr>
          <p:cNvPr id="8194" name="Picture 2" descr="Accuracy Calculation Flowchart | Download Scientific Diagram">
            <a:extLst>
              <a:ext uri="{FF2B5EF4-FFF2-40B4-BE49-F238E27FC236}">
                <a16:creationId xmlns:a16="http://schemas.microsoft.com/office/drawing/2014/main" id="{697BF2F2-0356-884E-499E-D37B310E80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7871" y="177800"/>
            <a:ext cx="5365424" cy="5977836"/>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2">
            <a:extLst>
              <a:ext uri="{FF2B5EF4-FFF2-40B4-BE49-F238E27FC236}">
                <a16:creationId xmlns:a16="http://schemas.microsoft.com/office/drawing/2014/main" id="{B9E4A512-EA4C-9C0B-11B7-F87D3B34DEED}"/>
              </a:ext>
            </a:extLst>
          </p:cNvPr>
          <p:cNvSpPr txBox="1">
            <a:spLocks/>
          </p:cNvSpPr>
          <p:nvPr/>
        </p:nvSpPr>
        <p:spPr>
          <a:xfrm>
            <a:off x="491999" y="951130"/>
            <a:ext cx="6534443" cy="5204505"/>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800" b="1" i="0" kern="1200">
                <a:solidFill>
                  <a:srgbClr val="003A92"/>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2000" dirty="0">
                <a:solidFill>
                  <a:schemeClr val="tx1"/>
                </a:solidFill>
              </a:rPr>
              <a:t>Text Classification Accuracy</a:t>
            </a:r>
          </a:p>
          <a:p>
            <a:pPr marL="742950" lvl="1" indent="-28575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Support Vector Machines (SVM): 1.0 (100%)</a:t>
            </a:r>
          </a:p>
          <a:p>
            <a:pPr marL="742950" lvl="1" indent="-28575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Logistic Regression: 1.0 (100%)</a:t>
            </a:r>
          </a:p>
          <a:p>
            <a:pPr marL="742950" lvl="1" indent="-28575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Random Forest: 0.9954988747186797 (99.55%)</a:t>
            </a:r>
          </a:p>
          <a:p>
            <a:pPr marL="742950" lvl="1" indent="-28575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Decision Tree: 0.9954988747186797 (99.55%)</a:t>
            </a:r>
          </a:p>
          <a:p>
            <a:pPr marL="742950" lvl="1" indent="-28575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XGBoost: 0.994748687171793 (99.47%)</a:t>
            </a:r>
          </a:p>
          <a:p>
            <a:pPr marL="742950" lvl="1" indent="-28575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Naive Bayes: 0.9714928732183046 (97.15%)</a:t>
            </a:r>
          </a:p>
          <a:p>
            <a:pPr marL="742950" lvl="1" indent="-28575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Neural Networks (CNN): 0.9497374296188354 (94.97%)</a:t>
            </a:r>
          </a:p>
          <a:p>
            <a:pPr marL="742950" lvl="1" indent="-28575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Neural Networks (RNN): 0.9497374296188354 (94.97%)</a:t>
            </a:r>
          </a:p>
          <a:p>
            <a:pPr marL="285750" indent="-285750">
              <a:buFont typeface="Arial" panose="020B0604020202020204" pitchFamily="34" charset="0"/>
              <a:buChar char="•"/>
            </a:pPr>
            <a:r>
              <a:rPr lang="en-US" sz="2000" dirty="0">
                <a:solidFill>
                  <a:schemeClr val="tx1"/>
                </a:solidFill>
              </a:rPr>
              <a:t>Precision, Recall, and F1-Score:</a:t>
            </a:r>
          </a:p>
          <a:p>
            <a:pPr lvl="1"/>
            <a:r>
              <a:rPr lang="en-US" sz="1600" b="0" dirty="0">
                <a:solidFill>
                  <a:schemeClr val="tx1"/>
                </a:solidFill>
                <a:latin typeface="Open Sans" panose="020B0606030504020204" pitchFamily="34" charset="0"/>
                <a:ea typeface="Open Sans" panose="020B0606030504020204" pitchFamily="34" charset="0"/>
                <a:cs typeface="Open Sans" panose="020B0606030504020204" pitchFamily="34" charset="0"/>
              </a:rPr>
              <a:t>SVM : Precision = 1.00, Recall = 1.00, F1-Score = 1.00</a:t>
            </a:r>
          </a:p>
          <a:p>
            <a:pPr lvl="1"/>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Logistic Regression</a:t>
            </a:r>
            <a:r>
              <a:rPr lang="en-US" sz="16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Precision = 0.86, Recall = 0.83, F1-Score = 0.85</a:t>
            </a:r>
          </a:p>
          <a:p>
            <a:pPr marL="285750" indent="-285750">
              <a:buFont typeface="Arial" panose="020B0604020202020204" pitchFamily="34" charset="0"/>
              <a:buChar char="•"/>
            </a:pPr>
            <a:r>
              <a:rPr lang="en-US" sz="2000" dirty="0">
                <a:solidFill>
                  <a:schemeClr val="tx1"/>
                </a:solidFill>
              </a:rPr>
              <a:t>Confusion Matrix:</a:t>
            </a:r>
          </a:p>
          <a:p>
            <a:pPr marL="742950" lvl="1" indent="-28575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SVM and Logistic Regression achieved perfect classification with no false positives or negatives.</a:t>
            </a:r>
            <a:endParaRPr lang="en-US" sz="160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9840773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screenshot of a computer&#10;&#10;AI-generated content may be incorrect.">
            <a:extLst>
              <a:ext uri="{FF2B5EF4-FFF2-40B4-BE49-F238E27FC236}">
                <a16:creationId xmlns:a16="http://schemas.microsoft.com/office/drawing/2014/main" id="{0AB1D7CB-4995-D6A8-83F4-93598485C571}"/>
              </a:ext>
            </a:extLst>
          </p:cNvPr>
          <p:cNvPicPr>
            <a:picLocks noChangeAspect="1"/>
          </p:cNvPicPr>
          <p:nvPr/>
        </p:nvPicPr>
        <p:blipFill>
          <a:blip r:embed="rId3"/>
          <a:stretch>
            <a:fillRect/>
          </a:stretch>
        </p:blipFill>
        <p:spPr>
          <a:xfrm>
            <a:off x="-1" y="817205"/>
            <a:ext cx="12192000" cy="5580420"/>
          </a:xfrm>
          <a:prstGeom prst="rect">
            <a:avLst/>
          </a:prstGeom>
        </p:spPr>
      </p:pic>
      <p:sp>
        <p:nvSpPr>
          <p:cNvPr id="10" name="TextBox 9">
            <a:extLst>
              <a:ext uri="{FF2B5EF4-FFF2-40B4-BE49-F238E27FC236}">
                <a16:creationId xmlns:a16="http://schemas.microsoft.com/office/drawing/2014/main" id="{737B48A6-27B5-40FA-A8ED-1882BA0BF42E}"/>
              </a:ext>
            </a:extLst>
          </p:cNvPr>
          <p:cNvSpPr txBox="1"/>
          <p:nvPr/>
        </p:nvSpPr>
        <p:spPr>
          <a:xfrm>
            <a:off x="4458944" y="170874"/>
            <a:ext cx="3274111" cy="646331"/>
          </a:xfrm>
          <a:prstGeom prst="rect">
            <a:avLst/>
          </a:prstGeom>
          <a:noFill/>
        </p:spPr>
        <p:txBody>
          <a:bodyPr wrap="square" rtlCol="0">
            <a:spAutoFit/>
          </a:bodyPr>
          <a:lstStyle/>
          <a:p>
            <a:r>
              <a:rPr lang="en-US" sz="3500" b="1" dirty="0">
                <a:latin typeface="+mj-lt"/>
                <a:ea typeface="Charter Roman" charset="0"/>
                <a:cs typeface="Charter Roman" charset="0"/>
              </a:rPr>
              <a:t>IMPLICATIONS</a:t>
            </a:r>
          </a:p>
        </p:txBody>
      </p:sp>
    </p:spTree>
    <p:extLst>
      <p:ext uri="{BB962C8B-B14F-4D97-AF65-F5344CB8AC3E}">
        <p14:creationId xmlns:p14="http://schemas.microsoft.com/office/powerpoint/2010/main" val="377889293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B3EDD8-08A7-4C8E-92E0-28ED77F980AA}"/>
              </a:ext>
            </a:extLst>
          </p:cNvPr>
          <p:cNvSpPr txBox="1"/>
          <p:nvPr/>
        </p:nvSpPr>
        <p:spPr>
          <a:xfrm>
            <a:off x="740486" y="208290"/>
            <a:ext cx="11451514" cy="646331"/>
          </a:xfrm>
          <a:prstGeom prst="rect">
            <a:avLst/>
          </a:prstGeom>
          <a:noFill/>
        </p:spPr>
        <p:txBody>
          <a:bodyPr wrap="square" rtlCol="0">
            <a:spAutoFit/>
          </a:bodyPr>
          <a:lstStyle/>
          <a:p>
            <a:r>
              <a:rPr lang="en-US" sz="3500" b="1" dirty="0">
                <a:latin typeface="+mj-lt"/>
                <a:ea typeface="Charter Roman" charset="0"/>
                <a:cs typeface="Charter Roman" charset="0"/>
              </a:rPr>
              <a:t>RECOMMENDATIONS (PRACTICAL APPLICATION)</a:t>
            </a:r>
          </a:p>
        </p:txBody>
      </p:sp>
      <p:pic>
        <p:nvPicPr>
          <p:cNvPr id="5" name="Picture 4" descr="A diagram of a machine translation process&#10;&#10;AI-generated content may be incorrect.">
            <a:extLst>
              <a:ext uri="{FF2B5EF4-FFF2-40B4-BE49-F238E27FC236}">
                <a16:creationId xmlns:a16="http://schemas.microsoft.com/office/drawing/2014/main" id="{0312E0F1-1103-C202-B40B-09BDDBBAC88E}"/>
              </a:ext>
            </a:extLst>
          </p:cNvPr>
          <p:cNvPicPr>
            <a:picLocks noChangeAspect="1"/>
          </p:cNvPicPr>
          <p:nvPr/>
        </p:nvPicPr>
        <p:blipFill>
          <a:blip r:embed="rId3"/>
          <a:stretch>
            <a:fillRect/>
          </a:stretch>
        </p:blipFill>
        <p:spPr>
          <a:xfrm>
            <a:off x="2184755" y="942975"/>
            <a:ext cx="8562975" cy="4972049"/>
          </a:xfrm>
          <a:prstGeom prst="rect">
            <a:avLst/>
          </a:prstGeom>
        </p:spPr>
      </p:pic>
    </p:spTree>
    <p:extLst>
      <p:ext uri="{BB962C8B-B14F-4D97-AF65-F5344CB8AC3E}">
        <p14:creationId xmlns:p14="http://schemas.microsoft.com/office/powerpoint/2010/main" val="3543984911"/>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9E70D0-5EFE-4C9D-947E-12DCF06D4C40}"/>
              </a:ext>
            </a:extLst>
          </p:cNvPr>
          <p:cNvSpPr txBox="1"/>
          <p:nvPr/>
        </p:nvSpPr>
        <p:spPr>
          <a:xfrm>
            <a:off x="621614" y="494040"/>
            <a:ext cx="11451514" cy="646331"/>
          </a:xfrm>
          <a:prstGeom prst="rect">
            <a:avLst/>
          </a:prstGeom>
          <a:noFill/>
        </p:spPr>
        <p:txBody>
          <a:bodyPr wrap="square" rtlCol="0">
            <a:spAutoFit/>
          </a:bodyPr>
          <a:lstStyle/>
          <a:p>
            <a:r>
              <a:rPr lang="en-US" sz="3500" b="1" dirty="0">
                <a:latin typeface="+mj-lt"/>
                <a:ea typeface="Charter Roman" charset="0"/>
                <a:cs typeface="Charter Roman" charset="0"/>
              </a:rPr>
              <a:t>LIMITATIONS</a:t>
            </a:r>
          </a:p>
        </p:txBody>
      </p:sp>
      <p:pic>
        <p:nvPicPr>
          <p:cNvPr id="5" name="Picture 4">
            <a:extLst>
              <a:ext uri="{FF2B5EF4-FFF2-40B4-BE49-F238E27FC236}">
                <a16:creationId xmlns:a16="http://schemas.microsoft.com/office/drawing/2014/main" id="{F57B90B1-0896-90CE-54C1-E808E52EE373}"/>
              </a:ext>
            </a:extLst>
          </p:cNvPr>
          <p:cNvPicPr>
            <a:picLocks noChangeAspect="1"/>
          </p:cNvPicPr>
          <p:nvPr/>
        </p:nvPicPr>
        <p:blipFill>
          <a:blip r:embed="rId3"/>
          <a:stretch>
            <a:fillRect/>
          </a:stretch>
        </p:blipFill>
        <p:spPr>
          <a:xfrm>
            <a:off x="3724275" y="275902"/>
            <a:ext cx="8467725" cy="5096821"/>
          </a:xfrm>
          <a:prstGeom prst="rect">
            <a:avLst/>
          </a:prstGeom>
        </p:spPr>
      </p:pic>
      <p:sp>
        <p:nvSpPr>
          <p:cNvPr id="6" name="Content Placeholder 2">
            <a:extLst>
              <a:ext uri="{FF2B5EF4-FFF2-40B4-BE49-F238E27FC236}">
                <a16:creationId xmlns:a16="http://schemas.microsoft.com/office/drawing/2014/main" id="{D36F837A-E936-49D1-A37E-9CFCE730BE89}"/>
              </a:ext>
            </a:extLst>
          </p:cNvPr>
          <p:cNvSpPr txBox="1">
            <a:spLocks/>
          </p:cNvSpPr>
          <p:nvPr/>
        </p:nvSpPr>
        <p:spPr>
          <a:xfrm>
            <a:off x="154891" y="1851458"/>
            <a:ext cx="3655109" cy="2810177"/>
          </a:xfrm>
          <a:prstGeom prst="rect">
            <a:avLst/>
          </a:prstGeom>
        </p:spPr>
        <p:txBody>
          <a:bodyPr vert="horz" lIns="91440" tIns="45720" rIns="91440" bIns="45720" rtlCol="0">
            <a:normAutofit fontScale="92500" lnSpcReduction="20000"/>
          </a:bodyPr>
          <a:lstStyle>
            <a:lvl1pPr marL="228600" indent="-228600" algn="l" defTabSz="457200" rtl="0" eaLnBrk="1" latinLnBrk="0" hangingPunct="1">
              <a:spcBef>
                <a:spcPct val="20000"/>
              </a:spcBef>
              <a:buFont typeface="Wingdings" panose="05000000000000000000" pitchFamily="2" charset="2"/>
              <a:buChar char="§"/>
              <a:defRPr sz="3600" kern="1200">
                <a:solidFill>
                  <a:schemeClr val="tx1">
                    <a:lumMod val="85000"/>
                    <a:lumOff val="15000"/>
                  </a:schemeClr>
                </a:solidFill>
                <a:latin typeface="+mn-lt"/>
                <a:ea typeface="+mn-ea"/>
                <a:cs typeface="+mn-cs"/>
              </a:defRPr>
            </a:lvl1pPr>
            <a:lvl2pPr marL="571500" indent="-280988" algn="l" defTabSz="457200" rtl="0" eaLnBrk="1" latinLnBrk="0" hangingPunct="1">
              <a:spcBef>
                <a:spcPct val="20000"/>
              </a:spcBef>
              <a:buFont typeface="Wingdings 3" panose="05040102010807070707" pitchFamily="18" charset="2"/>
              <a:buChar char="&quot;"/>
              <a:defRPr sz="3200" kern="1200">
                <a:solidFill>
                  <a:schemeClr val="tx1">
                    <a:lumMod val="85000"/>
                    <a:lumOff val="15000"/>
                  </a:schemeClr>
                </a:solidFill>
                <a:latin typeface="+mn-lt"/>
                <a:ea typeface="+mn-ea"/>
                <a:cs typeface="+mn-cs"/>
              </a:defRPr>
            </a:lvl2pPr>
            <a:lvl3pPr marL="862013" indent="-176213" algn="l" defTabSz="457200" rtl="0" eaLnBrk="1" latinLnBrk="0" hangingPunct="1">
              <a:spcBef>
                <a:spcPct val="20000"/>
              </a:spcBef>
              <a:buFont typeface="Calibri" panose="020F0502020204030204" pitchFamily="34" charset="0"/>
              <a:buChar char="▪"/>
              <a:defRPr sz="2800" kern="1200">
                <a:solidFill>
                  <a:schemeClr val="tx1">
                    <a:lumMod val="85000"/>
                    <a:lumOff val="15000"/>
                  </a:schemeClr>
                </a:solidFill>
                <a:latin typeface="+mn-lt"/>
                <a:ea typeface="+mn-ea"/>
                <a:cs typeface="+mn-cs"/>
              </a:defRPr>
            </a:lvl3pPr>
            <a:lvl4pPr marL="1204913" indent="-228600"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4pPr>
            <a:lvl5pPr marL="1485900" indent="-166688"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None/>
              <a:tabLst/>
              <a:defRPr/>
            </a:pPr>
            <a:r>
              <a:rPr kumimoji="0" lang="en-US" sz="2400" b="0" i="0" u="none" strike="noStrike" kern="1200" cap="none" spc="0" normalizeH="0" baseline="0" noProof="0" dirty="0">
                <a:ln>
                  <a:noFill/>
                </a:ln>
                <a:solidFill>
                  <a:sysClr val="windowText" lastClr="000000">
                    <a:lumMod val="85000"/>
                    <a:lumOff val="15000"/>
                  </a:sysClr>
                </a:solidFill>
                <a:effectLst/>
                <a:uLnTx/>
                <a:uFillTx/>
                <a:ea typeface="+mn-ea"/>
                <a:cs typeface="+mn-cs"/>
              </a:rPr>
              <a:t>Identified limitations:</a:t>
            </a:r>
          </a:p>
          <a:p>
            <a:pPr marL="0" marR="0" lvl="0" indent="0" algn="l" defTabSz="457200" rtl="0" eaLnBrk="1" fontAlgn="auto" latinLnBrk="0" hangingPunct="1">
              <a:lnSpc>
                <a:spcPct val="100000"/>
              </a:lnSpc>
              <a:spcBef>
                <a:spcPct val="20000"/>
              </a:spcBef>
              <a:spcAft>
                <a:spcPts val="0"/>
              </a:spcAft>
              <a:buClrTx/>
              <a:buSzTx/>
              <a:buNone/>
              <a:tabLst/>
              <a:defRPr/>
            </a:pPr>
            <a:endParaRPr kumimoji="0" lang="en-US" sz="2400" b="0" i="0" u="none" strike="noStrike" kern="1200" cap="none" spc="0" normalizeH="0" baseline="0" noProof="0" dirty="0">
              <a:ln>
                <a:noFill/>
              </a:ln>
              <a:solidFill>
                <a:sysClr val="windowText" lastClr="000000">
                  <a:lumMod val="85000"/>
                  <a:lumOff val="15000"/>
                </a:sysClr>
              </a:solidFill>
              <a:effectLst/>
              <a:uLnTx/>
              <a:uFillTx/>
              <a:ea typeface="+mn-ea"/>
              <a:cs typeface="+mn-cs"/>
            </a:endParaRPr>
          </a:p>
          <a:p>
            <a:pPr>
              <a:buFont typeface="Arial" panose="020B0604020202020204" pitchFamily="34" charset="0"/>
              <a:buChar char="•"/>
              <a:defRPr/>
            </a:pPr>
            <a:r>
              <a:rPr kumimoji="0" lang="en-US" sz="2400" b="0" i="0" u="none" strike="noStrike" kern="1200" cap="none" spc="0" normalizeH="0" baseline="0" noProof="0" dirty="0">
                <a:ln>
                  <a:noFill/>
                </a:ln>
                <a:solidFill>
                  <a:sysClr val="windowText" lastClr="000000">
                    <a:lumMod val="85000"/>
                    <a:lumOff val="15000"/>
                  </a:sysClr>
                </a:solidFill>
                <a:effectLst/>
                <a:uLnTx/>
                <a:uFillTx/>
                <a:ea typeface="+mn-ea"/>
                <a:cs typeface="+mn-cs"/>
              </a:rPr>
              <a:t>Current data capture system limitations</a:t>
            </a:r>
          </a:p>
          <a:p>
            <a:pPr>
              <a:buFont typeface="Arial" panose="020B0604020202020204" pitchFamily="34" charset="0"/>
              <a:buChar char="•"/>
              <a:defRPr/>
            </a:pPr>
            <a:r>
              <a:rPr kumimoji="0" lang="en-US" sz="2400" b="0" i="0" u="none" strike="noStrike" kern="1200" cap="none" spc="0" normalizeH="0" baseline="0" noProof="0" dirty="0">
                <a:ln>
                  <a:noFill/>
                </a:ln>
                <a:solidFill>
                  <a:sysClr val="windowText" lastClr="000000">
                    <a:lumMod val="85000"/>
                    <a:lumOff val="15000"/>
                  </a:sysClr>
                </a:solidFill>
                <a:effectLst/>
                <a:uLnTx/>
                <a:uFillTx/>
                <a:ea typeface="+mn-ea"/>
                <a:cs typeface="+mn-cs"/>
              </a:rPr>
              <a:t>Human interpretation variations</a:t>
            </a:r>
          </a:p>
          <a:p>
            <a:pPr>
              <a:buFont typeface="Arial" panose="020B0604020202020204" pitchFamily="34" charset="0"/>
              <a:buChar char="•"/>
              <a:defRPr/>
            </a:pPr>
            <a:r>
              <a:rPr kumimoji="0" lang="en-US" sz="2400" b="0" i="0" u="none" strike="noStrike" kern="1200" cap="none" spc="0" normalizeH="0" baseline="0" noProof="0" dirty="0">
                <a:ln>
                  <a:noFill/>
                </a:ln>
                <a:solidFill>
                  <a:sysClr val="windowText" lastClr="000000">
                    <a:lumMod val="85000"/>
                    <a:lumOff val="15000"/>
                  </a:sysClr>
                </a:solidFill>
                <a:effectLst/>
                <a:uLnTx/>
                <a:uFillTx/>
                <a:ea typeface="+mn-ea"/>
                <a:cs typeface="+mn-cs"/>
              </a:rPr>
              <a:t>Technological constraints</a:t>
            </a:r>
          </a:p>
          <a:p>
            <a:pPr>
              <a:buFont typeface="Arial" panose="020B0604020202020204" pitchFamily="34" charset="0"/>
              <a:buChar char="•"/>
              <a:defRPr/>
            </a:pPr>
            <a:r>
              <a:rPr kumimoji="0" lang="en-US" sz="2400" b="0" i="0" u="none" strike="noStrike" kern="1200" cap="none" spc="0" normalizeH="0" baseline="0" noProof="0" dirty="0">
                <a:ln>
                  <a:noFill/>
                </a:ln>
                <a:solidFill>
                  <a:sysClr val="windowText" lastClr="000000">
                    <a:lumMod val="85000"/>
                    <a:lumOff val="15000"/>
                  </a:sysClr>
                </a:solidFill>
                <a:effectLst/>
                <a:uLnTx/>
                <a:uFillTx/>
                <a:ea typeface="+mn-ea"/>
                <a:cs typeface="+mn-cs"/>
              </a:rPr>
              <a:t>Implementation challenges</a:t>
            </a:r>
            <a:endParaRPr kumimoji="0" lang="en-US" sz="1600" b="0" i="0" u="none" strike="noStrike" kern="1200" cap="none" spc="0" normalizeH="0" baseline="0" noProof="0" dirty="0">
              <a:ln>
                <a:noFill/>
              </a:ln>
              <a:solidFill>
                <a:sysClr val="windowText" lastClr="000000">
                  <a:lumMod val="85000"/>
                  <a:lumOff val="15000"/>
                </a:sysClr>
              </a:solidFill>
              <a:effectLst/>
              <a:uLnTx/>
              <a:uFillTx/>
              <a:latin typeface="Calibri"/>
              <a:ea typeface="+mn-ea"/>
              <a:cs typeface="+mn-cs"/>
            </a:endParaRPr>
          </a:p>
        </p:txBody>
      </p:sp>
    </p:spTree>
    <p:extLst>
      <p:ext uri="{BB962C8B-B14F-4D97-AF65-F5344CB8AC3E}">
        <p14:creationId xmlns:p14="http://schemas.microsoft.com/office/powerpoint/2010/main" val="803746425"/>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5D3B74-DE8F-4853-BC96-499608C35916}"/>
              </a:ext>
            </a:extLst>
          </p:cNvPr>
          <p:cNvSpPr txBox="1"/>
          <p:nvPr/>
        </p:nvSpPr>
        <p:spPr>
          <a:xfrm>
            <a:off x="1620494" y="243761"/>
            <a:ext cx="8951011" cy="646331"/>
          </a:xfrm>
          <a:prstGeom prst="rect">
            <a:avLst/>
          </a:prstGeom>
          <a:noFill/>
        </p:spPr>
        <p:txBody>
          <a:bodyPr wrap="square" rtlCol="0">
            <a:spAutoFit/>
          </a:bodyPr>
          <a:lstStyle/>
          <a:p>
            <a:r>
              <a:rPr lang="en-US" sz="3500" b="1" dirty="0">
                <a:latin typeface="+mj-lt"/>
                <a:ea typeface="Charter Roman" charset="0"/>
                <a:cs typeface="Charter Roman" charset="0"/>
              </a:rPr>
              <a:t>RECOMMENDATIONS (FUTURE RESEARCH)</a:t>
            </a:r>
          </a:p>
        </p:txBody>
      </p:sp>
      <p:pic>
        <p:nvPicPr>
          <p:cNvPr id="9218" name="Picture 2" descr="Overview of NLP-based regulatory information extraction for a building... |  Download Scientific Diagram">
            <a:extLst>
              <a:ext uri="{FF2B5EF4-FFF2-40B4-BE49-F238E27FC236}">
                <a16:creationId xmlns:a16="http://schemas.microsoft.com/office/drawing/2014/main" id="{2FBF1943-EFEF-E1A7-9BB0-FD5E0E6BDD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7725" y="890092"/>
            <a:ext cx="6586780" cy="4572000"/>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7BC8364D-E71F-4E83-AF9E-ABAE4DD56FB4}"/>
              </a:ext>
            </a:extLst>
          </p:cNvPr>
          <p:cNvSpPr txBox="1">
            <a:spLocks/>
          </p:cNvSpPr>
          <p:nvPr/>
        </p:nvSpPr>
        <p:spPr>
          <a:xfrm>
            <a:off x="450164" y="1458054"/>
            <a:ext cx="4207561" cy="1970945"/>
          </a:xfrm>
          <a:prstGeom prst="rect">
            <a:avLst/>
          </a:prstGeom>
        </p:spPr>
        <p:txBody>
          <a:bodyPr vert="horz" lIns="91440" tIns="45720" rIns="91440" bIns="45720" rtlCol="0">
            <a:normAutofit fontScale="92500" lnSpcReduction="20000"/>
          </a:bodyPr>
          <a:lstStyle>
            <a:lvl1pPr marL="228600" indent="-228600" algn="l" defTabSz="457200" rtl="0" eaLnBrk="1" latinLnBrk="0" hangingPunct="1">
              <a:spcBef>
                <a:spcPct val="20000"/>
              </a:spcBef>
              <a:buFont typeface="Wingdings" panose="05000000000000000000" pitchFamily="2" charset="2"/>
              <a:buChar char="§"/>
              <a:defRPr sz="3600" kern="1200">
                <a:solidFill>
                  <a:schemeClr val="tx1">
                    <a:lumMod val="85000"/>
                    <a:lumOff val="15000"/>
                  </a:schemeClr>
                </a:solidFill>
                <a:latin typeface="+mn-lt"/>
                <a:ea typeface="+mn-ea"/>
                <a:cs typeface="+mn-cs"/>
              </a:defRPr>
            </a:lvl1pPr>
            <a:lvl2pPr marL="571500" indent="-280988" algn="l" defTabSz="457200" rtl="0" eaLnBrk="1" latinLnBrk="0" hangingPunct="1">
              <a:spcBef>
                <a:spcPct val="20000"/>
              </a:spcBef>
              <a:buFont typeface="Wingdings 3" panose="05040102010807070707" pitchFamily="18" charset="2"/>
              <a:buChar char="&quot;"/>
              <a:defRPr sz="3200" kern="1200">
                <a:solidFill>
                  <a:schemeClr val="tx1">
                    <a:lumMod val="85000"/>
                    <a:lumOff val="15000"/>
                  </a:schemeClr>
                </a:solidFill>
                <a:latin typeface="+mn-lt"/>
                <a:ea typeface="+mn-ea"/>
                <a:cs typeface="+mn-cs"/>
              </a:defRPr>
            </a:lvl2pPr>
            <a:lvl3pPr marL="862013" indent="-176213" algn="l" defTabSz="457200" rtl="0" eaLnBrk="1" latinLnBrk="0" hangingPunct="1">
              <a:spcBef>
                <a:spcPct val="20000"/>
              </a:spcBef>
              <a:buFont typeface="Calibri" panose="020F0502020204030204" pitchFamily="34" charset="0"/>
              <a:buChar char="▪"/>
              <a:defRPr sz="2800" kern="1200">
                <a:solidFill>
                  <a:schemeClr val="tx1">
                    <a:lumMod val="85000"/>
                    <a:lumOff val="15000"/>
                  </a:schemeClr>
                </a:solidFill>
                <a:latin typeface="+mn-lt"/>
                <a:ea typeface="+mn-ea"/>
                <a:cs typeface="+mn-cs"/>
              </a:defRPr>
            </a:lvl3pPr>
            <a:lvl4pPr marL="1204913" indent="-228600"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4pPr>
            <a:lvl5pPr marL="1485900" indent="-166688"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t> Recommendation 1: Explore Diverse Populations.</a:t>
            </a:r>
            <a:endParaRPr lang="en-US" sz="2000" dirty="0"/>
          </a:p>
          <a:p>
            <a:r>
              <a:rPr lang="en-US" sz="2000" b="1" dirty="0"/>
              <a:t> Recommendation 2: Longitudinal Studies.</a:t>
            </a:r>
            <a:endParaRPr lang="en-US" sz="2000" dirty="0"/>
          </a:p>
          <a:p>
            <a:r>
              <a:rPr lang="en-US" sz="2000" b="1" dirty="0"/>
              <a:t> Recommendation 3: Integrate Advanced Machine Learning Techniques</a:t>
            </a:r>
            <a:r>
              <a:rPr lang="en-US" sz="2000" dirty="0">
                <a:solidFill>
                  <a:sysClr val="windowText" lastClr="000000">
                    <a:lumMod val="85000"/>
                    <a:lumOff val="15000"/>
                  </a:sysClr>
                </a:solidFill>
              </a:rPr>
              <a:t>.</a:t>
            </a:r>
            <a:endParaRPr lang="en-US" sz="2000" b="1" dirty="0"/>
          </a:p>
        </p:txBody>
      </p:sp>
    </p:spTree>
    <p:extLst>
      <p:ext uri="{BB962C8B-B14F-4D97-AF65-F5344CB8AC3E}">
        <p14:creationId xmlns:p14="http://schemas.microsoft.com/office/powerpoint/2010/main" val="236883027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19D795-71A9-43C9-A595-25C87D53BE35}"/>
              </a:ext>
            </a:extLst>
          </p:cNvPr>
          <p:cNvSpPr txBox="1"/>
          <p:nvPr/>
        </p:nvSpPr>
        <p:spPr>
          <a:xfrm>
            <a:off x="4387507" y="86408"/>
            <a:ext cx="3416986" cy="646331"/>
          </a:xfrm>
          <a:prstGeom prst="rect">
            <a:avLst/>
          </a:prstGeom>
          <a:noFill/>
        </p:spPr>
        <p:txBody>
          <a:bodyPr wrap="square" rtlCol="0">
            <a:spAutoFit/>
          </a:bodyPr>
          <a:lstStyle/>
          <a:p>
            <a:r>
              <a:rPr lang="en-US" sz="3500" b="1" dirty="0">
                <a:latin typeface="+mj-lt"/>
                <a:ea typeface="Charter Roman" charset="0"/>
                <a:cs typeface="Charter Roman" charset="0"/>
              </a:rPr>
              <a:t>CONCLUSIONS</a:t>
            </a:r>
          </a:p>
        </p:txBody>
      </p:sp>
      <p:sp>
        <p:nvSpPr>
          <p:cNvPr id="4" name="Content Placeholder 2">
            <a:extLst>
              <a:ext uri="{FF2B5EF4-FFF2-40B4-BE49-F238E27FC236}">
                <a16:creationId xmlns:a16="http://schemas.microsoft.com/office/drawing/2014/main" id="{928CF80A-EE9F-4B04-9001-8386924984E4}"/>
              </a:ext>
            </a:extLst>
          </p:cNvPr>
          <p:cNvSpPr txBox="1">
            <a:spLocks/>
          </p:cNvSpPr>
          <p:nvPr/>
        </p:nvSpPr>
        <p:spPr>
          <a:xfrm>
            <a:off x="173942" y="599389"/>
            <a:ext cx="7103158" cy="1243833"/>
          </a:xfrm>
          <a:prstGeom prst="rect">
            <a:avLst/>
          </a:prstGeom>
        </p:spPr>
        <p:txBody>
          <a:bodyPr vert="horz" lIns="91440" tIns="45720" rIns="91440" bIns="45720" rtlCol="0">
            <a:normAutofit lnSpcReduction="10000"/>
          </a:bodyPr>
          <a:lstStyle>
            <a:lvl1pPr marL="228600" indent="-228600" algn="l" defTabSz="457200" rtl="0" eaLnBrk="1" latinLnBrk="0" hangingPunct="1">
              <a:spcBef>
                <a:spcPct val="20000"/>
              </a:spcBef>
              <a:buFont typeface="Wingdings" panose="05000000000000000000" pitchFamily="2" charset="2"/>
              <a:buChar char="§"/>
              <a:defRPr sz="3600" kern="1200">
                <a:solidFill>
                  <a:schemeClr val="tx1">
                    <a:lumMod val="85000"/>
                    <a:lumOff val="15000"/>
                  </a:schemeClr>
                </a:solidFill>
                <a:latin typeface="+mn-lt"/>
                <a:ea typeface="+mn-ea"/>
                <a:cs typeface="+mn-cs"/>
              </a:defRPr>
            </a:lvl1pPr>
            <a:lvl2pPr marL="571500" indent="-280988" algn="l" defTabSz="457200" rtl="0" eaLnBrk="1" latinLnBrk="0" hangingPunct="1">
              <a:spcBef>
                <a:spcPct val="20000"/>
              </a:spcBef>
              <a:buFont typeface="Wingdings 3" panose="05040102010807070707" pitchFamily="18" charset="2"/>
              <a:buChar char="&quot;"/>
              <a:defRPr sz="3200" kern="1200">
                <a:solidFill>
                  <a:schemeClr val="tx1">
                    <a:lumMod val="85000"/>
                    <a:lumOff val="15000"/>
                  </a:schemeClr>
                </a:solidFill>
                <a:latin typeface="+mn-lt"/>
                <a:ea typeface="+mn-ea"/>
                <a:cs typeface="+mn-cs"/>
              </a:defRPr>
            </a:lvl2pPr>
            <a:lvl3pPr marL="862013" indent="-176213" algn="l" defTabSz="457200" rtl="0" eaLnBrk="1" latinLnBrk="0" hangingPunct="1">
              <a:spcBef>
                <a:spcPct val="20000"/>
              </a:spcBef>
              <a:buFont typeface="Calibri" panose="020F0502020204030204" pitchFamily="34" charset="0"/>
              <a:buChar char="▪"/>
              <a:defRPr sz="2800" kern="1200">
                <a:solidFill>
                  <a:schemeClr val="tx1">
                    <a:lumMod val="85000"/>
                    <a:lumOff val="15000"/>
                  </a:schemeClr>
                </a:solidFill>
                <a:latin typeface="+mn-lt"/>
                <a:ea typeface="+mn-ea"/>
                <a:cs typeface="+mn-cs"/>
              </a:defRPr>
            </a:lvl3pPr>
            <a:lvl4pPr marL="1204913" indent="-228600"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4pPr>
            <a:lvl5pPr marL="1485900" indent="-166688" algn="l" defTabSz="457200" rtl="0" eaLnBrk="1" latinLnBrk="0" hangingPunct="1">
              <a:spcBef>
                <a:spcPct val="20000"/>
              </a:spcBef>
              <a:buFont typeface="Arial"/>
              <a:buChar char="»"/>
              <a:defRPr sz="2400" kern="1200">
                <a:solidFill>
                  <a:schemeClr val="tx1">
                    <a:lumMod val="85000"/>
                    <a:lumOff val="1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1" dirty="0"/>
              <a:t>Overarching Conclusions</a:t>
            </a:r>
          </a:p>
          <a:p>
            <a:r>
              <a:rPr lang="en-US" sz="2400" b="1" dirty="0"/>
              <a:t>Connection to Framework and Literature</a:t>
            </a:r>
          </a:p>
          <a:p>
            <a:r>
              <a:rPr lang="en-US" sz="2400" b="1" dirty="0"/>
              <a:t>Main Message and Recommendations</a:t>
            </a:r>
          </a:p>
        </p:txBody>
      </p:sp>
      <p:pic>
        <p:nvPicPr>
          <p:cNvPr id="8" name="Picture 7" descr="A diagram of a person's head&#10;&#10;AI-generated content may be incorrect.">
            <a:extLst>
              <a:ext uri="{FF2B5EF4-FFF2-40B4-BE49-F238E27FC236}">
                <a16:creationId xmlns:a16="http://schemas.microsoft.com/office/drawing/2014/main" id="{909937F0-378D-C486-CA34-D0286E1F78DF}"/>
              </a:ext>
            </a:extLst>
          </p:cNvPr>
          <p:cNvPicPr>
            <a:picLocks noChangeAspect="1"/>
          </p:cNvPicPr>
          <p:nvPr/>
        </p:nvPicPr>
        <p:blipFill>
          <a:blip r:embed="rId3"/>
          <a:stretch>
            <a:fillRect/>
          </a:stretch>
        </p:blipFill>
        <p:spPr>
          <a:xfrm>
            <a:off x="1504019" y="1934092"/>
            <a:ext cx="9183962" cy="2989816"/>
          </a:xfrm>
          <a:prstGeom prst="rect">
            <a:avLst/>
          </a:prstGeom>
        </p:spPr>
      </p:pic>
    </p:spTree>
    <p:extLst>
      <p:ext uri="{BB962C8B-B14F-4D97-AF65-F5344CB8AC3E}">
        <p14:creationId xmlns:p14="http://schemas.microsoft.com/office/powerpoint/2010/main" val="424276916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NLP Meta Model Questions | 14+ Powerful Questions Types">
            <a:extLst>
              <a:ext uri="{FF2B5EF4-FFF2-40B4-BE49-F238E27FC236}">
                <a16:creationId xmlns:a16="http://schemas.microsoft.com/office/drawing/2014/main" id="{4DD35385-E3CC-AF2B-A8DE-91CB73662F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4008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EE859F8-7F5D-4F32-8513-DC74D4391B0F}"/>
              </a:ext>
            </a:extLst>
          </p:cNvPr>
          <p:cNvSpPr txBox="1"/>
          <p:nvPr/>
        </p:nvSpPr>
        <p:spPr>
          <a:xfrm>
            <a:off x="7610475" y="1960890"/>
            <a:ext cx="3293701" cy="630942"/>
          </a:xfrm>
          <a:prstGeom prst="rect">
            <a:avLst/>
          </a:prstGeom>
          <a:noFill/>
        </p:spPr>
        <p:txBody>
          <a:bodyPr wrap="square" rtlCol="0">
            <a:spAutoFit/>
          </a:bodyPr>
          <a:lstStyle/>
          <a:p>
            <a:r>
              <a:rPr lang="en-US" sz="3500" b="1" dirty="0">
                <a:solidFill>
                  <a:schemeClr val="bg1"/>
                </a:solidFill>
                <a:latin typeface="+mj-lt"/>
                <a:ea typeface="Charter Roman" charset="0"/>
                <a:cs typeface="Charter Roman" charset="0"/>
              </a:rPr>
              <a:t>THANK YOU</a:t>
            </a:r>
          </a:p>
        </p:txBody>
      </p:sp>
    </p:spTree>
    <p:extLst>
      <p:ext uri="{BB962C8B-B14F-4D97-AF65-F5344CB8AC3E}">
        <p14:creationId xmlns:p14="http://schemas.microsoft.com/office/powerpoint/2010/main" val="827695849"/>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66DDBC-5357-404F-9870-671BDD777A8A}"/>
              </a:ext>
            </a:extLst>
          </p:cNvPr>
          <p:cNvSpPr txBox="1"/>
          <p:nvPr/>
        </p:nvSpPr>
        <p:spPr>
          <a:xfrm>
            <a:off x="697814" y="2191573"/>
            <a:ext cx="2864536" cy="646331"/>
          </a:xfrm>
          <a:prstGeom prst="rect">
            <a:avLst/>
          </a:prstGeom>
          <a:noFill/>
        </p:spPr>
        <p:txBody>
          <a:bodyPr wrap="square" rtlCol="0">
            <a:spAutoFit/>
          </a:bodyPr>
          <a:lstStyle/>
          <a:p>
            <a:r>
              <a:rPr lang="en-US" sz="3500" b="1" dirty="0">
                <a:latin typeface="+mj-lt"/>
                <a:ea typeface="Charter Roman" charset="0"/>
                <a:cs typeface="Charter Roman" charset="0"/>
              </a:rPr>
              <a:t>REFERENCES</a:t>
            </a:r>
          </a:p>
        </p:txBody>
      </p:sp>
      <p:sp>
        <p:nvSpPr>
          <p:cNvPr id="6" name="TextBox 5">
            <a:extLst>
              <a:ext uri="{FF2B5EF4-FFF2-40B4-BE49-F238E27FC236}">
                <a16:creationId xmlns:a16="http://schemas.microsoft.com/office/drawing/2014/main" id="{22EF0932-554D-76F9-64D7-4BC9848AE491}"/>
              </a:ext>
            </a:extLst>
          </p:cNvPr>
          <p:cNvSpPr txBox="1"/>
          <p:nvPr/>
        </p:nvSpPr>
        <p:spPr>
          <a:xfrm>
            <a:off x="4200525" y="437247"/>
            <a:ext cx="7581900" cy="4801314"/>
          </a:xfrm>
          <a:prstGeom prst="rect">
            <a:avLst/>
          </a:prstGeom>
          <a:noFill/>
        </p:spPr>
        <p:txBody>
          <a:bodyPr wrap="square">
            <a:spAutoFit/>
          </a:bodyPr>
          <a:lstStyle/>
          <a:p>
            <a:r>
              <a:rPr lang="en-US" dirty="0"/>
              <a:t>Lu et al. (2020), which discusses the complexity of diagnosing and treating diseases using textual and auditory data</a:t>
            </a:r>
          </a:p>
          <a:p>
            <a:endParaRPr lang="en-US" dirty="0"/>
          </a:p>
          <a:p>
            <a:r>
              <a:rPr lang="en-US" dirty="0" err="1"/>
              <a:t>Heys</a:t>
            </a:r>
            <a:r>
              <a:rPr lang="en-US" dirty="0"/>
              <a:t> et al. (2022), which critiques current data capture systems and their impact on care decisions</a:t>
            </a:r>
          </a:p>
          <a:p>
            <a:endParaRPr lang="en-US" dirty="0"/>
          </a:p>
          <a:p>
            <a:r>
              <a:rPr lang="en-US" dirty="0"/>
              <a:t>Kim &amp; Lee (2021), presenting estimates on medical deaths due to errors in the U.S. healthcare system</a:t>
            </a:r>
          </a:p>
          <a:p>
            <a:endParaRPr lang="en-US" dirty="0"/>
          </a:p>
          <a:p>
            <a:r>
              <a:rPr lang="en-US" dirty="0"/>
              <a:t>Leary et al. (2021), emphasizing the need for proper diagnoses to ensure effective healthcare systems</a:t>
            </a:r>
          </a:p>
          <a:p>
            <a:endParaRPr lang="en-US" dirty="0"/>
          </a:p>
          <a:p>
            <a:r>
              <a:rPr lang="en-US" dirty="0"/>
              <a:t>Newman-Toker et al. (2020), analyzing the impact of diagnostic errors on patient mortality</a:t>
            </a:r>
          </a:p>
          <a:p>
            <a:endParaRPr lang="en-US" dirty="0"/>
          </a:p>
          <a:p>
            <a:r>
              <a:rPr lang="en-US" dirty="0" err="1"/>
              <a:t>Alturaiki</a:t>
            </a:r>
            <a:r>
              <a:rPr lang="en-US" dirty="0"/>
              <a:t> et al. (2023), contributing to the conversation around health statistics and diagnostic reliability</a:t>
            </a:r>
          </a:p>
        </p:txBody>
      </p:sp>
    </p:spTree>
    <p:extLst>
      <p:ext uri="{BB962C8B-B14F-4D97-AF65-F5344CB8AC3E}">
        <p14:creationId xmlns:p14="http://schemas.microsoft.com/office/powerpoint/2010/main" val="354718586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1_Office Theme">
  <a:themeElements>
    <a:clrScheme name="NU">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NU">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B8EA4497-D43B-4905-ACB5-BDCF8129312C}">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5C36BD4E-3E60-46FD-A14E-469228688690}">
  <we:reference id="wa200006524" version="1.0.9.0" store="en-US" storeType="OMEX"/>
  <we:alternateReferences>
    <we:reference id="WA200006524" version="1.0.9.0"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7a22925-6a43-4c5e-b5f2-38b388f2ddc3" xsi:nil="true"/>
    <lcf76f155ced4ddcb4097134ff3c332f xmlns="4da5371a-6463-4328-ae18-8c354e94393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D743A9A7749FB478C186B7D28A9557B" ma:contentTypeVersion="24" ma:contentTypeDescription="Create a new document." ma:contentTypeScope="" ma:versionID="6619ef32f7a5832632a44c6b5ae51957">
  <xsd:schema xmlns:xsd="http://www.w3.org/2001/XMLSchema" xmlns:xs="http://www.w3.org/2001/XMLSchema" xmlns:p="http://schemas.microsoft.com/office/2006/metadata/properties" xmlns:ns2="4da5371a-6463-4328-ae18-8c354e94393b" xmlns:ns3="07a22925-6a43-4c5e-b5f2-38b388f2ddc3" targetNamespace="http://schemas.microsoft.com/office/2006/metadata/properties" ma:root="true" ma:fieldsID="fc9b7c9304d6859ae673be1934979dcb" ns2:_="" ns3:_="">
    <xsd:import namespace="4da5371a-6463-4328-ae18-8c354e94393b"/>
    <xsd:import namespace="07a22925-6a43-4c5e-b5f2-38b388f2ddc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a5371a-6463-4328-ae18-8c354e94393b" elementFormDefault="qualified">
    <xsd:import namespace="http://schemas.microsoft.com/office/2006/documentManagement/types"/>
    <xsd:import namespace="http://schemas.microsoft.com/office/infopath/2007/PartnerControls"/>
    <xsd:element name="MediaServiceMetadata" ma:index="5" nillable="true" ma:displayName="MediaServiceMetadata" ma:hidden="true" ma:internalName="MediaServiceMetadata" ma:readOnly="true">
      <xsd:simpleType>
        <xsd:restriction base="dms:Note"/>
      </xsd:simpleType>
    </xsd:element>
    <xsd:element name="MediaServiceFastMetadata" ma:index="6" nillable="true" ma:displayName="MediaServiceFastMetadata" ma:hidden="true" ma:internalName="MediaServiceFastMetadata" ma:readOnly="true">
      <xsd:simpleType>
        <xsd:restriction base="dms:Note"/>
      </xsd:simpleType>
    </xsd:element>
    <xsd:element name="MediaServiceAutoKeyPoints" ma:index="7" nillable="true" ma:displayName="MediaServiceAutoKeyPoints" ma:hidden="true" ma:internalName="MediaServiceAutoKeyPoints" ma:readOnly="true">
      <xsd:simpleType>
        <xsd:restriction base="dms:Note"/>
      </xsd:simpleType>
    </xsd:element>
    <xsd:element name="MediaServiceKeyPoints" ma:index="8"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7c5eaa6-3f01-49d1-9736-050921629c09"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7a22925-6a43-4c5e-b5f2-38b388f2ddc3"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21e20c2b-0ae8-4f7f-a628-56af080f0d93}" ma:internalName="TaxCatchAll" ma:showField="CatchAllData" ma:web="07a22925-6a43-4c5e-b5f2-38b388f2ddc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9"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8179E5A-85BA-4F81-8420-B825176D1041}">
  <ds:schemaRefs>
    <ds:schemaRef ds:uri="http://purl.org/dc/terms/"/>
    <ds:schemaRef ds:uri="http://purl.org/dc/dcmitype/"/>
    <ds:schemaRef ds:uri="4da5371a-6463-4328-ae18-8c354e94393b"/>
    <ds:schemaRef ds:uri="http://schemas.microsoft.com/office/infopath/2007/PartnerControls"/>
    <ds:schemaRef ds:uri="http://purl.org/dc/elements/1.1/"/>
    <ds:schemaRef ds:uri="http://schemas.microsoft.com/office/2006/documentManagement/types"/>
    <ds:schemaRef ds:uri="07a22925-6a43-4c5e-b5f2-38b388f2ddc3"/>
    <ds:schemaRef ds:uri="http://schemas.microsoft.com/office/2006/metadata/propertie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58A0AFD9-C994-4BF8-A727-47C1325D0B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da5371a-6463-4328-ae18-8c354e94393b"/>
    <ds:schemaRef ds:uri="07a22925-6a43-4c5e-b5f2-38b388f2ddc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7FB6A8C-EA41-4260-8AD5-C1AF705DE01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19401</TotalTime>
  <Words>4275</Words>
  <Application>Microsoft Office PowerPoint</Application>
  <PresentationFormat>Widescreen</PresentationFormat>
  <Paragraphs>332</Paragraphs>
  <Slides>29</Slides>
  <Notes>29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29</vt:i4>
      </vt:variant>
    </vt:vector>
  </HeadingPairs>
  <TitlesOfParts>
    <vt:vector size="37" baseType="lpstr">
      <vt:lpstr>Arial</vt:lpstr>
      <vt:lpstr>Calibri</vt:lpstr>
      <vt:lpstr>Calibri (Body)</vt:lpstr>
      <vt:lpstr>DM Sans</vt:lpstr>
      <vt:lpstr>Open Sans</vt:lpstr>
      <vt:lpstr>Wingdings</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CityU</dc:title>
  <dc:creator/>
  <cp:lastModifiedBy>Author</cp:lastModifiedBy>
  <cp:revision>830</cp:revision>
  <cp:lastPrinted>2019-09-23T21:40:40Z</cp:lastPrinted>
  <dcterms:created xsi:type="dcterms:W3CDTF">2018-10-02T19:30:51Z</dcterms:created>
  <dcterms:modified xsi:type="dcterms:W3CDTF">2025-04-10T18:50:02Z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0x010100AD743A9A7749FB478C186B7D28A9557B</vt:lpwstr>
  </property>
  <property fmtid="{D5CDD505-2E9C-101B-9397-08002B2CF9AE}" pid="3" name="_dlc_DocIdItemGuid">
    <vt:lpwstr>d3c5a25f-dffc-4ea6-a6f0-04cb3c0228f4</vt:lpwstr>
  </property>
  <property fmtid="{D5CDD505-2E9C-101B-9397-08002B2CF9AE}" pid="4" name="_dlc_DocId">
    <vt:lpwstr>JMU6HW5CN4KV-1644203685-20</vt:lpwstr>
  </property>
  <property fmtid="{D5CDD505-2E9C-101B-9397-08002B2CF9AE}" pid="5" name="_dlc_DocIdUrl">
    <vt:lpwstr>https://home.cityu.edu/Marketing/_layouts/15/DocIdRedir.aspx?ID=JMU6HW5CN4KV-1644203685-20, JMU6HW5CN4KV-1644203685-20</vt:lpwstr>
  </property>
  <property fmtid="{D5CDD505-2E9C-101B-9397-08002B2CF9AE}" pid="6" name="eea04e22b91843438d12fac5e9c4afc3">
    <vt:lpwstr/>
  </property>
  <property fmtid="{D5CDD505-2E9C-101B-9397-08002B2CF9AE}" pid="7" name="TermStoreOwningGroup">
    <vt:lpwstr/>
  </property>
  <property fmtid="{D5CDD505-2E9C-101B-9397-08002B2CF9AE}" pid="8" name="TermStoreBusinessCategory">
    <vt:lpwstr/>
  </property>
  <property fmtid="{D5CDD505-2E9C-101B-9397-08002B2CF9AE}" pid="9" name="Owning Dept">
    <vt:lpwstr/>
  </property>
  <property fmtid="{D5CDD505-2E9C-101B-9397-08002B2CF9AE}" pid="10" name="MediaServiceImageTags">
    <vt:lpwstr/>
  </property>
</Properties>
</file>